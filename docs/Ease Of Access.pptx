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21" d="100"/>
          <a:sy n="21" d="100"/>
        </p:scale>
        <p:origin x="60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DFE475-5BCE-4433-8637-C55E20D0FDC6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977B524-FECE-4582-8ACF-E8EE9FDC92EA}">
      <dgm:prSet/>
      <dgm:spPr/>
      <dgm:t>
        <a:bodyPr/>
        <a:lstStyle/>
        <a:p>
          <a:r>
            <a:rPr lang="en-GB" b="1" dirty="0"/>
            <a:t>Ease of access</a:t>
          </a:r>
          <a:r>
            <a:rPr lang="en-GB" dirty="0"/>
            <a:t> </a:t>
          </a:r>
          <a:r>
            <a:rPr lang="en-GB" i="1" dirty="0"/>
            <a:t>an ai‑driven accessibility &amp; interaction system</a:t>
          </a:r>
          <a:endParaRPr lang="en-US" dirty="0"/>
        </a:p>
      </dgm:t>
    </dgm:pt>
    <dgm:pt modelId="{62B7E14D-D66F-4A87-94CD-0B7506348330}" type="parTrans" cxnId="{53888902-5930-466E-B89C-7698478754F7}">
      <dgm:prSet/>
      <dgm:spPr/>
      <dgm:t>
        <a:bodyPr/>
        <a:lstStyle/>
        <a:p>
          <a:endParaRPr lang="en-US"/>
        </a:p>
      </dgm:t>
    </dgm:pt>
    <dgm:pt modelId="{279F8F66-DE65-4E9B-95FB-CBA1C8ED9A2E}" type="sibTrans" cxnId="{53888902-5930-466E-B89C-7698478754F7}">
      <dgm:prSet/>
      <dgm:spPr/>
      <dgm:t>
        <a:bodyPr/>
        <a:lstStyle/>
        <a:p>
          <a:endParaRPr lang="en-US"/>
        </a:p>
      </dgm:t>
    </dgm:pt>
    <dgm:pt modelId="{83FDBE18-2B7D-47D6-B558-3B8FBD5B6D4C}">
      <dgm:prSet/>
      <dgm:spPr/>
      <dgm:t>
        <a:bodyPr/>
        <a:lstStyle/>
        <a:p>
          <a:r>
            <a:rPr lang="en-GB" dirty="0"/>
            <a:t>Bridges the gap between traditional accessibility tools and modern ai interaction</a:t>
          </a:r>
          <a:endParaRPr lang="en-US" dirty="0"/>
        </a:p>
      </dgm:t>
    </dgm:pt>
    <dgm:pt modelId="{71CC8053-6D5B-464E-B4A5-E66CE98CB271}" type="parTrans" cxnId="{E55FA157-A0B8-45B4-8F3F-CC08303FCD5F}">
      <dgm:prSet/>
      <dgm:spPr/>
      <dgm:t>
        <a:bodyPr/>
        <a:lstStyle/>
        <a:p>
          <a:endParaRPr lang="en-US"/>
        </a:p>
      </dgm:t>
    </dgm:pt>
    <dgm:pt modelId="{0B685474-EEC7-43A1-998B-3C8F9CE80C72}" type="sibTrans" cxnId="{E55FA157-A0B8-45B4-8F3F-CC08303FCD5F}">
      <dgm:prSet/>
      <dgm:spPr/>
      <dgm:t>
        <a:bodyPr/>
        <a:lstStyle/>
        <a:p>
          <a:endParaRPr lang="en-US"/>
        </a:p>
      </dgm:t>
    </dgm:pt>
    <dgm:pt modelId="{78165C0B-FFF6-4076-83A5-8C4A0DF8ADEF}">
      <dgm:prSet/>
      <dgm:spPr/>
      <dgm:t>
        <a:bodyPr/>
        <a:lstStyle/>
        <a:p>
          <a:r>
            <a:rPr lang="en-GB" dirty="0"/>
            <a:t>Enables new ways to navigate and control a system when standard </a:t>
          </a:r>
          <a:r>
            <a:rPr lang="en-GB" dirty="0" err="1"/>
            <a:t>i</a:t>
          </a:r>
          <a:r>
            <a:rPr lang="en-GB" dirty="0"/>
            <a:t>/o devices fail</a:t>
          </a:r>
          <a:endParaRPr lang="en-US" dirty="0"/>
        </a:p>
      </dgm:t>
    </dgm:pt>
    <dgm:pt modelId="{C8E0024D-6836-40CC-88D8-C643A62E3C2C}" type="parTrans" cxnId="{980DA65D-2CEF-4BB3-BA8D-1FB778AC4E36}">
      <dgm:prSet/>
      <dgm:spPr/>
      <dgm:t>
        <a:bodyPr/>
        <a:lstStyle/>
        <a:p>
          <a:endParaRPr lang="en-US"/>
        </a:p>
      </dgm:t>
    </dgm:pt>
    <dgm:pt modelId="{45EC0CDF-933F-4E32-999F-0DAC008CA260}" type="sibTrans" cxnId="{980DA65D-2CEF-4BB3-BA8D-1FB778AC4E36}">
      <dgm:prSet/>
      <dgm:spPr/>
      <dgm:t>
        <a:bodyPr/>
        <a:lstStyle/>
        <a:p>
          <a:endParaRPr lang="en-US"/>
        </a:p>
      </dgm:t>
    </dgm:pt>
    <dgm:pt modelId="{E81D6FED-5320-43B8-AD8B-29C421CC4E14}">
      <dgm:prSet/>
      <dgm:spPr/>
      <dgm:t>
        <a:bodyPr/>
        <a:lstStyle/>
        <a:p>
          <a:r>
            <a:rPr lang="en-GB" dirty="0"/>
            <a:t>Supports users who find conventional devices difficult to use</a:t>
          </a:r>
          <a:endParaRPr lang="en-US" dirty="0"/>
        </a:p>
      </dgm:t>
    </dgm:pt>
    <dgm:pt modelId="{885B34AD-15EF-44A9-A979-BCC0D36A2B79}" type="parTrans" cxnId="{F6C9B3B3-3C3F-4F62-A080-9CB9D12276C8}">
      <dgm:prSet/>
      <dgm:spPr/>
      <dgm:t>
        <a:bodyPr/>
        <a:lstStyle/>
        <a:p>
          <a:endParaRPr lang="en-US"/>
        </a:p>
      </dgm:t>
    </dgm:pt>
    <dgm:pt modelId="{F4FAF866-0860-481B-9E3B-25990F0C2CC6}" type="sibTrans" cxnId="{F6C9B3B3-3C3F-4F62-A080-9CB9D12276C8}">
      <dgm:prSet/>
      <dgm:spPr/>
      <dgm:t>
        <a:bodyPr/>
        <a:lstStyle/>
        <a:p>
          <a:endParaRPr lang="en-US"/>
        </a:p>
      </dgm:t>
    </dgm:pt>
    <dgm:pt modelId="{EF9BAA6B-21E0-4589-A856-2C79C571B6BE}">
      <dgm:prSet/>
      <dgm:spPr/>
      <dgm:t>
        <a:bodyPr/>
        <a:lstStyle/>
        <a:p>
          <a:r>
            <a:rPr lang="en-GB" dirty="0"/>
            <a:t>Unifies accessibility features into a modular winui3 / </a:t>
          </a:r>
          <a:r>
            <a:rPr lang="en-GB" dirty="0" err="1"/>
            <a:t>wpf</a:t>
          </a:r>
          <a:r>
            <a:rPr lang="en-GB" dirty="0"/>
            <a:t> system</a:t>
          </a:r>
          <a:endParaRPr lang="en-US" dirty="0"/>
        </a:p>
      </dgm:t>
    </dgm:pt>
    <dgm:pt modelId="{962F44A2-0472-4F2F-864F-22090D6E764F}" type="parTrans" cxnId="{CFD1C93C-8D62-43C0-9A23-3AD994593FFA}">
      <dgm:prSet/>
      <dgm:spPr/>
      <dgm:t>
        <a:bodyPr/>
        <a:lstStyle/>
        <a:p>
          <a:endParaRPr lang="en-US"/>
        </a:p>
      </dgm:t>
    </dgm:pt>
    <dgm:pt modelId="{0DC0A68F-2869-40B9-892B-28995F6EAC0C}" type="sibTrans" cxnId="{CFD1C93C-8D62-43C0-9A23-3AD994593FFA}">
      <dgm:prSet/>
      <dgm:spPr/>
      <dgm:t>
        <a:bodyPr/>
        <a:lstStyle/>
        <a:p>
          <a:endParaRPr lang="en-US"/>
        </a:p>
      </dgm:t>
    </dgm:pt>
    <dgm:pt modelId="{20E400E8-607C-4234-AF46-D1EB91FC5C87}">
      <dgm:prSet/>
      <dgm:spPr/>
      <dgm:t>
        <a:bodyPr/>
        <a:lstStyle/>
        <a:p>
          <a:r>
            <a:rPr lang="en-GB" dirty="0"/>
            <a:t>Runs as an integrated background service</a:t>
          </a:r>
          <a:endParaRPr lang="en-US" dirty="0"/>
        </a:p>
      </dgm:t>
    </dgm:pt>
    <dgm:pt modelId="{FA1D5766-AB84-4F57-890B-662836A5738F}" type="parTrans" cxnId="{281941E1-63BD-46C9-AD18-3CE39904A29A}">
      <dgm:prSet/>
      <dgm:spPr/>
      <dgm:t>
        <a:bodyPr/>
        <a:lstStyle/>
        <a:p>
          <a:endParaRPr lang="en-US"/>
        </a:p>
      </dgm:t>
    </dgm:pt>
    <dgm:pt modelId="{EE65E560-C394-4187-AD60-18ECC639FB22}" type="sibTrans" cxnId="{281941E1-63BD-46C9-AD18-3CE39904A29A}">
      <dgm:prSet/>
      <dgm:spPr/>
      <dgm:t>
        <a:bodyPr/>
        <a:lstStyle/>
        <a:p>
          <a:endParaRPr lang="en-US"/>
        </a:p>
      </dgm:t>
    </dgm:pt>
    <dgm:pt modelId="{E2621D51-9583-49CC-BED2-3A293838502F}">
      <dgm:prSet/>
      <dgm:spPr/>
      <dgm:t>
        <a:bodyPr/>
        <a:lstStyle/>
        <a:p>
          <a:r>
            <a:rPr lang="en-GB" dirty="0"/>
            <a:t>Adapts to different accessibility requirements without overwhelming the user</a:t>
          </a:r>
          <a:endParaRPr lang="en-US" dirty="0"/>
        </a:p>
      </dgm:t>
    </dgm:pt>
    <dgm:pt modelId="{6177BD49-6DFE-4A1C-A794-8AA580594301}" type="parTrans" cxnId="{FB96CC5D-EFA1-43C7-ABC0-7E2B19777075}">
      <dgm:prSet/>
      <dgm:spPr/>
      <dgm:t>
        <a:bodyPr/>
        <a:lstStyle/>
        <a:p>
          <a:endParaRPr lang="en-US"/>
        </a:p>
      </dgm:t>
    </dgm:pt>
    <dgm:pt modelId="{64F2A82D-BD7F-48D5-AA4B-EAA272FEEAC0}" type="sibTrans" cxnId="{FB96CC5D-EFA1-43C7-ABC0-7E2B19777075}">
      <dgm:prSet/>
      <dgm:spPr/>
      <dgm:t>
        <a:bodyPr/>
        <a:lstStyle/>
        <a:p>
          <a:endParaRPr lang="en-US"/>
        </a:p>
      </dgm:t>
    </dgm:pt>
    <dgm:pt modelId="{38932531-B8F0-44F7-B8D6-2C7015C47CD9}">
      <dgm:prSet/>
      <dgm:spPr/>
      <dgm:t>
        <a:bodyPr/>
        <a:lstStyle/>
        <a:p>
          <a:r>
            <a:rPr lang="en-GB" dirty="0"/>
            <a:t>Supports multiple input avenues (keyboard‑as‑mouse, physical movement, etc.)</a:t>
          </a:r>
          <a:endParaRPr lang="en-US" dirty="0"/>
        </a:p>
      </dgm:t>
    </dgm:pt>
    <dgm:pt modelId="{6A90378A-3EC3-4813-9F11-C440891411F1}" type="parTrans" cxnId="{1A6FDD57-737A-424F-BEC0-C4208B23F76D}">
      <dgm:prSet/>
      <dgm:spPr/>
      <dgm:t>
        <a:bodyPr/>
        <a:lstStyle/>
        <a:p>
          <a:endParaRPr lang="en-US"/>
        </a:p>
      </dgm:t>
    </dgm:pt>
    <dgm:pt modelId="{4A56F993-B94C-4112-AC95-025F702CBD2C}" type="sibTrans" cxnId="{1A6FDD57-737A-424F-BEC0-C4208B23F76D}">
      <dgm:prSet/>
      <dgm:spPr/>
      <dgm:t>
        <a:bodyPr/>
        <a:lstStyle/>
        <a:p>
          <a:endParaRPr lang="en-US"/>
        </a:p>
      </dgm:t>
    </dgm:pt>
    <dgm:pt modelId="{F517CACF-E36E-400A-AD21-3AB3F4D8BF24}" type="pres">
      <dgm:prSet presAssocID="{21DFE475-5BCE-4433-8637-C55E20D0FDC6}" presName="diagram" presStyleCnt="0">
        <dgm:presLayoutVars>
          <dgm:dir/>
          <dgm:resizeHandles val="exact"/>
        </dgm:presLayoutVars>
      </dgm:prSet>
      <dgm:spPr/>
    </dgm:pt>
    <dgm:pt modelId="{13306E37-D850-43F7-A1D4-A93F5DA02984}" type="pres">
      <dgm:prSet presAssocID="{D977B524-FECE-4582-8ACF-E8EE9FDC92EA}" presName="node" presStyleLbl="node1" presStyleIdx="0" presStyleCnt="8">
        <dgm:presLayoutVars>
          <dgm:bulletEnabled val="1"/>
        </dgm:presLayoutVars>
      </dgm:prSet>
      <dgm:spPr/>
    </dgm:pt>
    <dgm:pt modelId="{6339FC45-7411-43A7-A00A-22F7301E672A}" type="pres">
      <dgm:prSet presAssocID="{279F8F66-DE65-4E9B-95FB-CBA1C8ED9A2E}" presName="sibTrans" presStyleCnt="0"/>
      <dgm:spPr/>
    </dgm:pt>
    <dgm:pt modelId="{8B5A6B34-B049-4114-929B-2EED3541E0A1}" type="pres">
      <dgm:prSet presAssocID="{83FDBE18-2B7D-47D6-B558-3B8FBD5B6D4C}" presName="node" presStyleLbl="node1" presStyleIdx="1" presStyleCnt="8">
        <dgm:presLayoutVars>
          <dgm:bulletEnabled val="1"/>
        </dgm:presLayoutVars>
      </dgm:prSet>
      <dgm:spPr/>
    </dgm:pt>
    <dgm:pt modelId="{34E9496C-1F6B-4D45-93B2-77D8A7D353ED}" type="pres">
      <dgm:prSet presAssocID="{0B685474-EEC7-43A1-998B-3C8F9CE80C72}" presName="sibTrans" presStyleCnt="0"/>
      <dgm:spPr/>
    </dgm:pt>
    <dgm:pt modelId="{B1D194F1-1C21-412F-8E9E-61FB49211DAC}" type="pres">
      <dgm:prSet presAssocID="{78165C0B-FFF6-4076-83A5-8C4A0DF8ADEF}" presName="node" presStyleLbl="node1" presStyleIdx="2" presStyleCnt="8">
        <dgm:presLayoutVars>
          <dgm:bulletEnabled val="1"/>
        </dgm:presLayoutVars>
      </dgm:prSet>
      <dgm:spPr/>
    </dgm:pt>
    <dgm:pt modelId="{A1324EC1-CB8D-4396-AA15-3EA650FC54A3}" type="pres">
      <dgm:prSet presAssocID="{45EC0CDF-933F-4E32-999F-0DAC008CA260}" presName="sibTrans" presStyleCnt="0"/>
      <dgm:spPr/>
    </dgm:pt>
    <dgm:pt modelId="{E8425C86-5D0B-474C-A706-15528BF905C5}" type="pres">
      <dgm:prSet presAssocID="{E81D6FED-5320-43B8-AD8B-29C421CC4E14}" presName="node" presStyleLbl="node1" presStyleIdx="3" presStyleCnt="8">
        <dgm:presLayoutVars>
          <dgm:bulletEnabled val="1"/>
        </dgm:presLayoutVars>
      </dgm:prSet>
      <dgm:spPr/>
    </dgm:pt>
    <dgm:pt modelId="{F974BCFB-37C2-4492-86EE-54C4FFF8E4CE}" type="pres">
      <dgm:prSet presAssocID="{F4FAF866-0860-481B-9E3B-25990F0C2CC6}" presName="sibTrans" presStyleCnt="0"/>
      <dgm:spPr/>
    </dgm:pt>
    <dgm:pt modelId="{DC520859-FD68-4523-A79C-041E50871194}" type="pres">
      <dgm:prSet presAssocID="{EF9BAA6B-21E0-4589-A856-2C79C571B6BE}" presName="node" presStyleLbl="node1" presStyleIdx="4" presStyleCnt="8">
        <dgm:presLayoutVars>
          <dgm:bulletEnabled val="1"/>
        </dgm:presLayoutVars>
      </dgm:prSet>
      <dgm:spPr/>
    </dgm:pt>
    <dgm:pt modelId="{63098B3B-9DC4-4D30-88B2-07102E7C4CE7}" type="pres">
      <dgm:prSet presAssocID="{0DC0A68F-2869-40B9-892B-28995F6EAC0C}" presName="sibTrans" presStyleCnt="0"/>
      <dgm:spPr/>
    </dgm:pt>
    <dgm:pt modelId="{EA343BD1-2712-4F46-84DC-7174B3C23033}" type="pres">
      <dgm:prSet presAssocID="{20E400E8-607C-4234-AF46-D1EB91FC5C87}" presName="node" presStyleLbl="node1" presStyleIdx="5" presStyleCnt="8">
        <dgm:presLayoutVars>
          <dgm:bulletEnabled val="1"/>
        </dgm:presLayoutVars>
      </dgm:prSet>
      <dgm:spPr/>
    </dgm:pt>
    <dgm:pt modelId="{78EB3354-5B6F-4A8C-98D6-E10123D9CF28}" type="pres">
      <dgm:prSet presAssocID="{EE65E560-C394-4187-AD60-18ECC639FB22}" presName="sibTrans" presStyleCnt="0"/>
      <dgm:spPr/>
    </dgm:pt>
    <dgm:pt modelId="{D5132433-09E9-4378-995F-FAC6E05233A5}" type="pres">
      <dgm:prSet presAssocID="{E2621D51-9583-49CC-BED2-3A293838502F}" presName="node" presStyleLbl="node1" presStyleIdx="6" presStyleCnt="8">
        <dgm:presLayoutVars>
          <dgm:bulletEnabled val="1"/>
        </dgm:presLayoutVars>
      </dgm:prSet>
      <dgm:spPr/>
    </dgm:pt>
    <dgm:pt modelId="{0D3E07C5-8A6F-4CA8-AE19-9D6BD5B9118C}" type="pres">
      <dgm:prSet presAssocID="{64F2A82D-BD7F-48D5-AA4B-EAA272FEEAC0}" presName="sibTrans" presStyleCnt="0"/>
      <dgm:spPr/>
    </dgm:pt>
    <dgm:pt modelId="{0B98607B-A9E1-4AD8-85D8-24601A660641}" type="pres">
      <dgm:prSet presAssocID="{38932531-B8F0-44F7-B8D6-2C7015C47CD9}" presName="node" presStyleLbl="node1" presStyleIdx="7" presStyleCnt="8">
        <dgm:presLayoutVars>
          <dgm:bulletEnabled val="1"/>
        </dgm:presLayoutVars>
      </dgm:prSet>
      <dgm:spPr/>
    </dgm:pt>
  </dgm:ptLst>
  <dgm:cxnLst>
    <dgm:cxn modelId="{53888902-5930-466E-B89C-7698478754F7}" srcId="{21DFE475-5BCE-4433-8637-C55E20D0FDC6}" destId="{D977B524-FECE-4582-8ACF-E8EE9FDC92EA}" srcOrd="0" destOrd="0" parTransId="{62B7E14D-D66F-4A87-94CD-0B7506348330}" sibTransId="{279F8F66-DE65-4E9B-95FB-CBA1C8ED9A2E}"/>
    <dgm:cxn modelId="{1CC64003-78B7-40B4-9364-069196311EA0}" type="presOf" srcId="{83FDBE18-2B7D-47D6-B558-3B8FBD5B6D4C}" destId="{8B5A6B34-B049-4114-929B-2EED3541E0A1}" srcOrd="0" destOrd="0" presId="urn:microsoft.com/office/officeart/2005/8/layout/default"/>
    <dgm:cxn modelId="{05D15733-2F01-422E-92EC-2D7007EEC925}" type="presOf" srcId="{E81D6FED-5320-43B8-AD8B-29C421CC4E14}" destId="{E8425C86-5D0B-474C-A706-15528BF905C5}" srcOrd="0" destOrd="0" presId="urn:microsoft.com/office/officeart/2005/8/layout/default"/>
    <dgm:cxn modelId="{CFD1C93C-8D62-43C0-9A23-3AD994593FFA}" srcId="{21DFE475-5BCE-4433-8637-C55E20D0FDC6}" destId="{EF9BAA6B-21E0-4589-A856-2C79C571B6BE}" srcOrd="4" destOrd="0" parTransId="{962F44A2-0472-4F2F-864F-22090D6E764F}" sibTransId="{0DC0A68F-2869-40B9-892B-28995F6EAC0C}"/>
    <dgm:cxn modelId="{980DA65D-2CEF-4BB3-BA8D-1FB778AC4E36}" srcId="{21DFE475-5BCE-4433-8637-C55E20D0FDC6}" destId="{78165C0B-FFF6-4076-83A5-8C4A0DF8ADEF}" srcOrd="2" destOrd="0" parTransId="{C8E0024D-6836-40CC-88D8-C643A62E3C2C}" sibTransId="{45EC0CDF-933F-4E32-999F-0DAC008CA260}"/>
    <dgm:cxn modelId="{FB96CC5D-EFA1-43C7-ABC0-7E2B19777075}" srcId="{21DFE475-5BCE-4433-8637-C55E20D0FDC6}" destId="{E2621D51-9583-49CC-BED2-3A293838502F}" srcOrd="6" destOrd="0" parTransId="{6177BD49-6DFE-4A1C-A794-8AA580594301}" sibTransId="{64F2A82D-BD7F-48D5-AA4B-EAA272FEEAC0}"/>
    <dgm:cxn modelId="{8CF54B62-7597-477F-B076-B2B0229022DC}" type="presOf" srcId="{D977B524-FECE-4582-8ACF-E8EE9FDC92EA}" destId="{13306E37-D850-43F7-A1D4-A93F5DA02984}" srcOrd="0" destOrd="0" presId="urn:microsoft.com/office/officeart/2005/8/layout/default"/>
    <dgm:cxn modelId="{32342151-2718-4F12-88B5-A2DA20907913}" type="presOf" srcId="{E2621D51-9583-49CC-BED2-3A293838502F}" destId="{D5132433-09E9-4378-995F-FAC6E05233A5}" srcOrd="0" destOrd="0" presId="urn:microsoft.com/office/officeart/2005/8/layout/default"/>
    <dgm:cxn modelId="{E55FA157-A0B8-45B4-8F3F-CC08303FCD5F}" srcId="{21DFE475-5BCE-4433-8637-C55E20D0FDC6}" destId="{83FDBE18-2B7D-47D6-B558-3B8FBD5B6D4C}" srcOrd="1" destOrd="0" parTransId="{71CC8053-6D5B-464E-B4A5-E66CE98CB271}" sibTransId="{0B685474-EEC7-43A1-998B-3C8F9CE80C72}"/>
    <dgm:cxn modelId="{1A6FDD57-737A-424F-BEC0-C4208B23F76D}" srcId="{21DFE475-5BCE-4433-8637-C55E20D0FDC6}" destId="{38932531-B8F0-44F7-B8D6-2C7015C47CD9}" srcOrd="7" destOrd="0" parTransId="{6A90378A-3EC3-4813-9F11-C440891411F1}" sibTransId="{4A56F993-B94C-4112-AC95-025F702CBD2C}"/>
    <dgm:cxn modelId="{0A73427E-1CE4-4965-AC4C-DA09BEBBF21F}" type="presOf" srcId="{20E400E8-607C-4234-AF46-D1EB91FC5C87}" destId="{EA343BD1-2712-4F46-84DC-7174B3C23033}" srcOrd="0" destOrd="0" presId="urn:microsoft.com/office/officeart/2005/8/layout/default"/>
    <dgm:cxn modelId="{4C8CCAA8-FE60-45A4-88B0-5D5A87098CBC}" type="presOf" srcId="{78165C0B-FFF6-4076-83A5-8C4A0DF8ADEF}" destId="{B1D194F1-1C21-412F-8E9E-61FB49211DAC}" srcOrd="0" destOrd="0" presId="urn:microsoft.com/office/officeart/2005/8/layout/default"/>
    <dgm:cxn modelId="{F6C9B3B3-3C3F-4F62-A080-9CB9D12276C8}" srcId="{21DFE475-5BCE-4433-8637-C55E20D0FDC6}" destId="{E81D6FED-5320-43B8-AD8B-29C421CC4E14}" srcOrd="3" destOrd="0" parTransId="{885B34AD-15EF-44A9-A979-BCC0D36A2B79}" sibTransId="{F4FAF866-0860-481B-9E3B-25990F0C2CC6}"/>
    <dgm:cxn modelId="{DD26E8DC-352E-44EF-AAD1-C71A9B84E6FE}" type="presOf" srcId="{38932531-B8F0-44F7-B8D6-2C7015C47CD9}" destId="{0B98607B-A9E1-4AD8-85D8-24601A660641}" srcOrd="0" destOrd="0" presId="urn:microsoft.com/office/officeart/2005/8/layout/default"/>
    <dgm:cxn modelId="{281941E1-63BD-46C9-AD18-3CE39904A29A}" srcId="{21DFE475-5BCE-4433-8637-C55E20D0FDC6}" destId="{20E400E8-607C-4234-AF46-D1EB91FC5C87}" srcOrd="5" destOrd="0" parTransId="{FA1D5766-AB84-4F57-890B-662836A5738F}" sibTransId="{EE65E560-C394-4187-AD60-18ECC639FB22}"/>
    <dgm:cxn modelId="{BF4A96E3-AE51-4059-85E9-CE3BB88FA10F}" type="presOf" srcId="{EF9BAA6B-21E0-4589-A856-2C79C571B6BE}" destId="{DC520859-FD68-4523-A79C-041E50871194}" srcOrd="0" destOrd="0" presId="urn:microsoft.com/office/officeart/2005/8/layout/default"/>
    <dgm:cxn modelId="{9CCDE2E9-CB1D-4BE1-850D-F6BB4B2EBA6D}" type="presOf" srcId="{21DFE475-5BCE-4433-8637-C55E20D0FDC6}" destId="{F517CACF-E36E-400A-AD21-3AB3F4D8BF24}" srcOrd="0" destOrd="0" presId="urn:microsoft.com/office/officeart/2005/8/layout/default"/>
    <dgm:cxn modelId="{765A2B89-3CE2-4C08-9DCA-335BB1C4E33E}" type="presParOf" srcId="{F517CACF-E36E-400A-AD21-3AB3F4D8BF24}" destId="{13306E37-D850-43F7-A1D4-A93F5DA02984}" srcOrd="0" destOrd="0" presId="urn:microsoft.com/office/officeart/2005/8/layout/default"/>
    <dgm:cxn modelId="{E920C4D9-C954-495C-B605-713E54835123}" type="presParOf" srcId="{F517CACF-E36E-400A-AD21-3AB3F4D8BF24}" destId="{6339FC45-7411-43A7-A00A-22F7301E672A}" srcOrd="1" destOrd="0" presId="urn:microsoft.com/office/officeart/2005/8/layout/default"/>
    <dgm:cxn modelId="{E610E876-5887-479E-B8CA-A37EBBDB3F57}" type="presParOf" srcId="{F517CACF-E36E-400A-AD21-3AB3F4D8BF24}" destId="{8B5A6B34-B049-4114-929B-2EED3541E0A1}" srcOrd="2" destOrd="0" presId="urn:microsoft.com/office/officeart/2005/8/layout/default"/>
    <dgm:cxn modelId="{842E3624-2D6E-45DA-9E48-FBE04FC9DC2F}" type="presParOf" srcId="{F517CACF-E36E-400A-AD21-3AB3F4D8BF24}" destId="{34E9496C-1F6B-4D45-93B2-77D8A7D353ED}" srcOrd="3" destOrd="0" presId="urn:microsoft.com/office/officeart/2005/8/layout/default"/>
    <dgm:cxn modelId="{2ACF19A3-55C6-4223-98C0-9D88F2E44D57}" type="presParOf" srcId="{F517CACF-E36E-400A-AD21-3AB3F4D8BF24}" destId="{B1D194F1-1C21-412F-8E9E-61FB49211DAC}" srcOrd="4" destOrd="0" presId="urn:microsoft.com/office/officeart/2005/8/layout/default"/>
    <dgm:cxn modelId="{3456A212-271F-472A-AFF8-FC9D9E04D131}" type="presParOf" srcId="{F517CACF-E36E-400A-AD21-3AB3F4D8BF24}" destId="{A1324EC1-CB8D-4396-AA15-3EA650FC54A3}" srcOrd="5" destOrd="0" presId="urn:microsoft.com/office/officeart/2005/8/layout/default"/>
    <dgm:cxn modelId="{2CAAFB3F-D1C4-4670-BD01-67C85EFECD58}" type="presParOf" srcId="{F517CACF-E36E-400A-AD21-3AB3F4D8BF24}" destId="{E8425C86-5D0B-474C-A706-15528BF905C5}" srcOrd="6" destOrd="0" presId="urn:microsoft.com/office/officeart/2005/8/layout/default"/>
    <dgm:cxn modelId="{BE934E59-0125-4C46-A925-A7EC9FD13F79}" type="presParOf" srcId="{F517CACF-E36E-400A-AD21-3AB3F4D8BF24}" destId="{F974BCFB-37C2-4492-86EE-54C4FFF8E4CE}" srcOrd="7" destOrd="0" presId="urn:microsoft.com/office/officeart/2005/8/layout/default"/>
    <dgm:cxn modelId="{8FB3D0BF-F792-435C-A205-EE68094A5435}" type="presParOf" srcId="{F517CACF-E36E-400A-AD21-3AB3F4D8BF24}" destId="{DC520859-FD68-4523-A79C-041E50871194}" srcOrd="8" destOrd="0" presId="urn:microsoft.com/office/officeart/2005/8/layout/default"/>
    <dgm:cxn modelId="{F026D1C6-FBA9-45DE-A364-BD9CD4338EA1}" type="presParOf" srcId="{F517CACF-E36E-400A-AD21-3AB3F4D8BF24}" destId="{63098B3B-9DC4-4D30-88B2-07102E7C4CE7}" srcOrd="9" destOrd="0" presId="urn:microsoft.com/office/officeart/2005/8/layout/default"/>
    <dgm:cxn modelId="{AD54106F-C5B4-4D36-8203-434D5E835950}" type="presParOf" srcId="{F517CACF-E36E-400A-AD21-3AB3F4D8BF24}" destId="{EA343BD1-2712-4F46-84DC-7174B3C23033}" srcOrd="10" destOrd="0" presId="urn:microsoft.com/office/officeart/2005/8/layout/default"/>
    <dgm:cxn modelId="{E7DF9665-F0C8-445B-9A4D-650091C9E4C3}" type="presParOf" srcId="{F517CACF-E36E-400A-AD21-3AB3F4D8BF24}" destId="{78EB3354-5B6F-4A8C-98D6-E10123D9CF28}" srcOrd="11" destOrd="0" presId="urn:microsoft.com/office/officeart/2005/8/layout/default"/>
    <dgm:cxn modelId="{B81C5E66-166A-4952-8876-A1A17B888797}" type="presParOf" srcId="{F517CACF-E36E-400A-AD21-3AB3F4D8BF24}" destId="{D5132433-09E9-4378-995F-FAC6E05233A5}" srcOrd="12" destOrd="0" presId="urn:microsoft.com/office/officeart/2005/8/layout/default"/>
    <dgm:cxn modelId="{C31A67D2-8837-417E-A90C-66B4AAB75810}" type="presParOf" srcId="{F517CACF-E36E-400A-AD21-3AB3F4D8BF24}" destId="{0D3E07C5-8A6F-4CA8-AE19-9D6BD5B9118C}" srcOrd="13" destOrd="0" presId="urn:microsoft.com/office/officeart/2005/8/layout/default"/>
    <dgm:cxn modelId="{DC7E15F2-80A1-4750-89FA-C62018515207}" type="presParOf" srcId="{F517CACF-E36E-400A-AD21-3AB3F4D8BF24}" destId="{0B98607B-A9E1-4AD8-85D8-24601A660641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244AC8-AEFC-486E-9930-46CDE5F4BF60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62320F2-5948-4DC0-A568-29888BD47368}">
      <dgm:prSet/>
      <dgm:spPr/>
      <dgm:t>
        <a:bodyPr/>
        <a:lstStyle/>
        <a:p>
          <a:r>
            <a:rPr lang="en-GB" b="1"/>
            <a:t>Hands‑free control</a:t>
          </a:r>
          <a:endParaRPr lang="en-US"/>
        </a:p>
      </dgm:t>
    </dgm:pt>
    <dgm:pt modelId="{C42350A7-E14B-4A62-9431-34F633735E62}" type="parTrans" cxnId="{B535E82D-A360-4D4C-920F-A7442E5E92C8}">
      <dgm:prSet/>
      <dgm:spPr/>
      <dgm:t>
        <a:bodyPr/>
        <a:lstStyle/>
        <a:p>
          <a:endParaRPr lang="en-US"/>
        </a:p>
      </dgm:t>
    </dgm:pt>
    <dgm:pt modelId="{E6DAD6E2-C59B-4220-8596-4B89FB70939C}" type="sibTrans" cxnId="{B535E82D-A360-4D4C-920F-A7442E5E92C8}">
      <dgm:prSet/>
      <dgm:spPr/>
      <dgm:t>
        <a:bodyPr/>
        <a:lstStyle/>
        <a:p>
          <a:endParaRPr lang="en-US"/>
        </a:p>
      </dgm:t>
    </dgm:pt>
    <dgm:pt modelId="{FCCC07F6-554D-4D2F-B631-06FED4FEF580}">
      <dgm:prSet/>
      <dgm:spPr/>
      <dgm:t>
        <a:bodyPr/>
        <a:lstStyle/>
        <a:p>
          <a:r>
            <a:rPr lang="en-GB"/>
            <a:t>Gesture‑based navigation</a:t>
          </a:r>
          <a:endParaRPr lang="en-US"/>
        </a:p>
      </dgm:t>
    </dgm:pt>
    <dgm:pt modelId="{756428CF-D94A-4178-96F9-F486DB68D601}" type="parTrans" cxnId="{1F60001D-3655-4BAA-8E62-B29CC651E28F}">
      <dgm:prSet/>
      <dgm:spPr/>
      <dgm:t>
        <a:bodyPr/>
        <a:lstStyle/>
        <a:p>
          <a:endParaRPr lang="en-US"/>
        </a:p>
      </dgm:t>
    </dgm:pt>
    <dgm:pt modelId="{2C37EB88-1B36-4F16-ADDE-0A5ADB25CD2A}" type="sibTrans" cxnId="{1F60001D-3655-4BAA-8E62-B29CC651E28F}">
      <dgm:prSet/>
      <dgm:spPr/>
      <dgm:t>
        <a:bodyPr/>
        <a:lstStyle/>
        <a:p>
          <a:endParaRPr lang="en-US"/>
        </a:p>
      </dgm:t>
    </dgm:pt>
    <dgm:pt modelId="{6F13356A-FD47-44B4-9DC1-87CE8D1D985B}">
      <dgm:prSet/>
      <dgm:spPr/>
      <dgm:t>
        <a:bodyPr/>
        <a:lstStyle/>
        <a:p>
          <a:r>
            <a:rPr lang="en-GB"/>
            <a:t>Open‑ended actions mapped to any gesture</a:t>
          </a:r>
          <a:endParaRPr lang="en-US"/>
        </a:p>
      </dgm:t>
    </dgm:pt>
    <dgm:pt modelId="{4C0CBA57-CDDD-4805-8940-F70284C936FF}" type="parTrans" cxnId="{C699E295-6ABE-43F8-88CA-AEA813D8B4D3}">
      <dgm:prSet/>
      <dgm:spPr/>
      <dgm:t>
        <a:bodyPr/>
        <a:lstStyle/>
        <a:p>
          <a:endParaRPr lang="en-US"/>
        </a:p>
      </dgm:t>
    </dgm:pt>
    <dgm:pt modelId="{0A17B01A-05DD-4CE5-9D5C-5E39ED30934F}" type="sibTrans" cxnId="{C699E295-6ABE-43F8-88CA-AEA813D8B4D3}">
      <dgm:prSet/>
      <dgm:spPr/>
      <dgm:t>
        <a:bodyPr/>
        <a:lstStyle/>
        <a:p>
          <a:endParaRPr lang="en-US"/>
        </a:p>
      </dgm:t>
    </dgm:pt>
    <dgm:pt modelId="{168E4A32-BAE1-4C58-BE1D-15763B416413}">
      <dgm:prSet/>
      <dgm:spPr/>
      <dgm:t>
        <a:bodyPr/>
        <a:lstStyle/>
        <a:p>
          <a:r>
            <a:rPr lang="en-GB"/>
            <a:t>Supports flexible user‑defined interactions</a:t>
          </a:r>
          <a:endParaRPr lang="en-US"/>
        </a:p>
      </dgm:t>
    </dgm:pt>
    <dgm:pt modelId="{56B6DC7E-08D5-4FF7-A9AD-DB8A214BD3CB}" type="parTrans" cxnId="{26DC128C-B39E-443C-9463-8AEEB10A473B}">
      <dgm:prSet/>
      <dgm:spPr/>
      <dgm:t>
        <a:bodyPr/>
        <a:lstStyle/>
        <a:p>
          <a:endParaRPr lang="en-US"/>
        </a:p>
      </dgm:t>
    </dgm:pt>
    <dgm:pt modelId="{48DA6A23-F468-40C2-A8BF-26C78F1A44C6}" type="sibTrans" cxnId="{26DC128C-B39E-443C-9463-8AEEB10A473B}">
      <dgm:prSet/>
      <dgm:spPr/>
      <dgm:t>
        <a:bodyPr/>
        <a:lstStyle/>
        <a:p>
          <a:endParaRPr lang="en-US"/>
        </a:p>
      </dgm:t>
    </dgm:pt>
    <dgm:pt modelId="{3FE7516E-4F4F-4C49-ADE2-DFABA2D7DDBC}">
      <dgm:prSet/>
      <dgm:spPr/>
      <dgm:t>
        <a:bodyPr/>
        <a:lstStyle/>
        <a:p>
          <a:r>
            <a:rPr lang="en-GB"/>
            <a:t>Visual disorder assistance with wavelength filters</a:t>
          </a:r>
          <a:endParaRPr lang="en-US"/>
        </a:p>
      </dgm:t>
    </dgm:pt>
    <dgm:pt modelId="{20043690-252B-49FE-A062-70187158E075}" type="parTrans" cxnId="{285733D6-E38D-4F32-BE38-3C1ECE61B692}">
      <dgm:prSet/>
      <dgm:spPr/>
      <dgm:t>
        <a:bodyPr/>
        <a:lstStyle/>
        <a:p>
          <a:endParaRPr lang="en-US"/>
        </a:p>
      </dgm:t>
    </dgm:pt>
    <dgm:pt modelId="{78F0ACC4-55A8-4359-8B40-03396C9538A7}" type="sibTrans" cxnId="{285733D6-E38D-4F32-BE38-3C1ECE61B692}">
      <dgm:prSet/>
      <dgm:spPr/>
      <dgm:t>
        <a:bodyPr/>
        <a:lstStyle/>
        <a:p>
          <a:endParaRPr lang="en-US"/>
        </a:p>
      </dgm:t>
    </dgm:pt>
    <dgm:pt modelId="{1DF94C3A-06FA-4BDB-8556-B5901247C20A}">
      <dgm:prSet/>
      <dgm:spPr/>
      <dgm:t>
        <a:bodyPr/>
        <a:lstStyle/>
        <a:p>
          <a:r>
            <a:rPr lang="en-GB"/>
            <a:t>Protects eyes and nervous system from specific triggers</a:t>
          </a:r>
          <a:endParaRPr lang="en-US"/>
        </a:p>
      </dgm:t>
    </dgm:pt>
    <dgm:pt modelId="{26AEF521-31F2-4568-88DE-69E3FE210662}" type="parTrans" cxnId="{9A4E4613-714C-47A1-A3A0-B2A2822984BC}">
      <dgm:prSet/>
      <dgm:spPr/>
      <dgm:t>
        <a:bodyPr/>
        <a:lstStyle/>
        <a:p>
          <a:endParaRPr lang="en-US"/>
        </a:p>
      </dgm:t>
    </dgm:pt>
    <dgm:pt modelId="{EFBC1B32-DC62-4FC6-A07A-871B6F3D59D1}" type="sibTrans" cxnId="{9A4E4613-714C-47A1-A3A0-B2A2822984BC}">
      <dgm:prSet/>
      <dgm:spPr/>
      <dgm:t>
        <a:bodyPr/>
        <a:lstStyle/>
        <a:p>
          <a:endParaRPr lang="en-US"/>
        </a:p>
      </dgm:t>
    </dgm:pt>
    <dgm:pt modelId="{1D1FCFD0-AAAA-42BA-974F-3DDF6646E64D}" type="pres">
      <dgm:prSet presAssocID="{B8244AC8-AEFC-486E-9930-46CDE5F4BF60}" presName="Name0" presStyleCnt="0">
        <dgm:presLayoutVars>
          <dgm:dir/>
          <dgm:resizeHandles val="exact"/>
        </dgm:presLayoutVars>
      </dgm:prSet>
      <dgm:spPr/>
    </dgm:pt>
    <dgm:pt modelId="{52220815-B01A-4643-8D92-0440CD994B3B}" type="pres">
      <dgm:prSet presAssocID="{C62320F2-5948-4DC0-A568-29888BD47368}" presName="node" presStyleLbl="node1" presStyleIdx="0" presStyleCnt="6">
        <dgm:presLayoutVars>
          <dgm:bulletEnabled val="1"/>
        </dgm:presLayoutVars>
      </dgm:prSet>
      <dgm:spPr/>
    </dgm:pt>
    <dgm:pt modelId="{A3E41ED9-B15E-42B4-B4D8-B79D475179E8}" type="pres">
      <dgm:prSet presAssocID="{E6DAD6E2-C59B-4220-8596-4B89FB70939C}" presName="sibTrans" presStyleLbl="sibTrans1D1" presStyleIdx="0" presStyleCnt="5"/>
      <dgm:spPr/>
    </dgm:pt>
    <dgm:pt modelId="{5095F2CC-C006-416C-BEF8-5250036B9325}" type="pres">
      <dgm:prSet presAssocID="{E6DAD6E2-C59B-4220-8596-4B89FB70939C}" presName="connectorText" presStyleLbl="sibTrans1D1" presStyleIdx="0" presStyleCnt="5"/>
      <dgm:spPr/>
    </dgm:pt>
    <dgm:pt modelId="{F586085D-D420-4267-9A63-5B377CEBA061}" type="pres">
      <dgm:prSet presAssocID="{FCCC07F6-554D-4D2F-B631-06FED4FEF580}" presName="node" presStyleLbl="node1" presStyleIdx="1" presStyleCnt="6">
        <dgm:presLayoutVars>
          <dgm:bulletEnabled val="1"/>
        </dgm:presLayoutVars>
      </dgm:prSet>
      <dgm:spPr/>
    </dgm:pt>
    <dgm:pt modelId="{8528216E-FB0E-42FD-93C4-DFF663904531}" type="pres">
      <dgm:prSet presAssocID="{2C37EB88-1B36-4F16-ADDE-0A5ADB25CD2A}" presName="sibTrans" presStyleLbl="sibTrans1D1" presStyleIdx="1" presStyleCnt="5"/>
      <dgm:spPr/>
    </dgm:pt>
    <dgm:pt modelId="{9B0F14B3-6971-42DF-93AD-8ED5FC74189A}" type="pres">
      <dgm:prSet presAssocID="{2C37EB88-1B36-4F16-ADDE-0A5ADB25CD2A}" presName="connectorText" presStyleLbl="sibTrans1D1" presStyleIdx="1" presStyleCnt="5"/>
      <dgm:spPr/>
    </dgm:pt>
    <dgm:pt modelId="{50FFC769-E0F5-42F9-B05C-704F1B3EF8E5}" type="pres">
      <dgm:prSet presAssocID="{6F13356A-FD47-44B4-9DC1-87CE8D1D985B}" presName="node" presStyleLbl="node1" presStyleIdx="2" presStyleCnt="6">
        <dgm:presLayoutVars>
          <dgm:bulletEnabled val="1"/>
        </dgm:presLayoutVars>
      </dgm:prSet>
      <dgm:spPr/>
    </dgm:pt>
    <dgm:pt modelId="{CC27B365-391C-4598-A0C6-95BF3B4BA25B}" type="pres">
      <dgm:prSet presAssocID="{0A17B01A-05DD-4CE5-9D5C-5E39ED30934F}" presName="sibTrans" presStyleLbl="sibTrans1D1" presStyleIdx="2" presStyleCnt="5"/>
      <dgm:spPr/>
    </dgm:pt>
    <dgm:pt modelId="{D8B55116-E086-47B1-8CC2-C81C099C115D}" type="pres">
      <dgm:prSet presAssocID="{0A17B01A-05DD-4CE5-9D5C-5E39ED30934F}" presName="connectorText" presStyleLbl="sibTrans1D1" presStyleIdx="2" presStyleCnt="5"/>
      <dgm:spPr/>
    </dgm:pt>
    <dgm:pt modelId="{B92E2682-0F05-4277-A82D-F720AD3CDD64}" type="pres">
      <dgm:prSet presAssocID="{168E4A32-BAE1-4C58-BE1D-15763B416413}" presName="node" presStyleLbl="node1" presStyleIdx="3" presStyleCnt="6">
        <dgm:presLayoutVars>
          <dgm:bulletEnabled val="1"/>
        </dgm:presLayoutVars>
      </dgm:prSet>
      <dgm:spPr/>
    </dgm:pt>
    <dgm:pt modelId="{8D95BB2A-E5C2-4964-8628-5A3FCA3BA29B}" type="pres">
      <dgm:prSet presAssocID="{48DA6A23-F468-40C2-A8BF-26C78F1A44C6}" presName="sibTrans" presStyleLbl="sibTrans1D1" presStyleIdx="3" presStyleCnt="5"/>
      <dgm:spPr/>
    </dgm:pt>
    <dgm:pt modelId="{7D6AE05E-6ECB-46A0-B2DE-AC8CD230B278}" type="pres">
      <dgm:prSet presAssocID="{48DA6A23-F468-40C2-A8BF-26C78F1A44C6}" presName="connectorText" presStyleLbl="sibTrans1D1" presStyleIdx="3" presStyleCnt="5"/>
      <dgm:spPr/>
    </dgm:pt>
    <dgm:pt modelId="{4D83DF74-5D97-47CC-B1DF-AA7B451D7AE3}" type="pres">
      <dgm:prSet presAssocID="{3FE7516E-4F4F-4C49-ADE2-DFABA2D7DDBC}" presName="node" presStyleLbl="node1" presStyleIdx="4" presStyleCnt="6">
        <dgm:presLayoutVars>
          <dgm:bulletEnabled val="1"/>
        </dgm:presLayoutVars>
      </dgm:prSet>
      <dgm:spPr/>
    </dgm:pt>
    <dgm:pt modelId="{AA6D7681-02D6-43B1-913C-91A88A4C1451}" type="pres">
      <dgm:prSet presAssocID="{78F0ACC4-55A8-4359-8B40-03396C9538A7}" presName="sibTrans" presStyleLbl="sibTrans1D1" presStyleIdx="4" presStyleCnt="5"/>
      <dgm:spPr/>
    </dgm:pt>
    <dgm:pt modelId="{93910F83-D5F6-4473-B40E-B1D07B1B9F42}" type="pres">
      <dgm:prSet presAssocID="{78F0ACC4-55A8-4359-8B40-03396C9538A7}" presName="connectorText" presStyleLbl="sibTrans1D1" presStyleIdx="4" presStyleCnt="5"/>
      <dgm:spPr/>
    </dgm:pt>
    <dgm:pt modelId="{C53A1970-CE95-45BF-83AC-106457E40381}" type="pres">
      <dgm:prSet presAssocID="{1DF94C3A-06FA-4BDB-8556-B5901247C20A}" presName="node" presStyleLbl="node1" presStyleIdx="5" presStyleCnt="6">
        <dgm:presLayoutVars>
          <dgm:bulletEnabled val="1"/>
        </dgm:presLayoutVars>
      </dgm:prSet>
      <dgm:spPr/>
    </dgm:pt>
  </dgm:ptLst>
  <dgm:cxnLst>
    <dgm:cxn modelId="{9A4E4613-714C-47A1-A3A0-B2A2822984BC}" srcId="{B8244AC8-AEFC-486E-9930-46CDE5F4BF60}" destId="{1DF94C3A-06FA-4BDB-8556-B5901247C20A}" srcOrd="5" destOrd="0" parTransId="{26AEF521-31F2-4568-88DE-69E3FE210662}" sibTransId="{EFBC1B32-DC62-4FC6-A07A-871B6F3D59D1}"/>
    <dgm:cxn modelId="{597DB514-C2BD-4157-9274-CDA593ACDABB}" type="presOf" srcId="{C62320F2-5948-4DC0-A568-29888BD47368}" destId="{52220815-B01A-4643-8D92-0440CD994B3B}" srcOrd="0" destOrd="0" presId="urn:microsoft.com/office/officeart/2016/7/layout/RepeatingBendingProcessNew"/>
    <dgm:cxn modelId="{1F60001D-3655-4BAA-8E62-B29CC651E28F}" srcId="{B8244AC8-AEFC-486E-9930-46CDE5F4BF60}" destId="{FCCC07F6-554D-4D2F-B631-06FED4FEF580}" srcOrd="1" destOrd="0" parTransId="{756428CF-D94A-4178-96F9-F486DB68D601}" sibTransId="{2C37EB88-1B36-4F16-ADDE-0A5ADB25CD2A}"/>
    <dgm:cxn modelId="{0A30601D-F39D-4BA9-A64A-0FF366B7D284}" type="presOf" srcId="{78F0ACC4-55A8-4359-8B40-03396C9538A7}" destId="{93910F83-D5F6-4473-B40E-B1D07B1B9F42}" srcOrd="1" destOrd="0" presId="urn:microsoft.com/office/officeart/2016/7/layout/RepeatingBendingProcessNew"/>
    <dgm:cxn modelId="{7EAA1828-F586-4F32-B97B-8B502DC3E039}" type="presOf" srcId="{0A17B01A-05DD-4CE5-9D5C-5E39ED30934F}" destId="{CC27B365-391C-4598-A0C6-95BF3B4BA25B}" srcOrd="0" destOrd="0" presId="urn:microsoft.com/office/officeart/2016/7/layout/RepeatingBendingProcessNew"/>
    <dgm:cxn modelId="{B105F22C-3916-4663-B2F4-A4BA0FB2848C}" type="presOf" srcId="{78F0ACC4-55A8-4359-8B40-03396C9538A7}" destId="{AA6D7681-02D6-43B1-913C-91A88A4C1451}" srcOrd="0" destOrd="0" presId="urn:microsoft.com/office/officeart/2016/7/layout/RepeatingBendingProcessNew"/>
    <dgm:cxn modelId="{B535E82D-A360-4D4C-920F-A7442E5E92C8}" srcId="{B8244AC8-AEFC-486E-9930-46CDE5F4BF60}" destId="{C62320F2-5948-4DC0-A568-29888BD47368}" srcOrd="0" destOrd="0" parTransId="{C42350A7-E14B-4A62-9431-34F633735E62}" sibTransId="{E6DAD6E2-C59B-4220-8596-4B89FB70939C}"/>
    <dgm:cxn modelId="{1096DE3C-60E3-429B-9C57-9EBC1B39A794}" type="presOf" srcId="{6F13356A-FD47-44B4-9DC1-87CE8D1D985B}" destId="{50FFC769-E0F5-42F9-B05C-704F1B3EF8E5}" srcOrd="0" destOrd="0" presId="urn:microsoft.com/office/officeart/2016/7/layout/RepeatingBendingProcessNew"/>
    <dgm:cxn modelId="{C3F3AE5D-CEC9-4CD6-87E7-9E50D3CD7B1A}" type="presOf" srcId="{B8244AC8-AEFC-486E-9930-46CDE5F4BF60}" destId="{1D1FCFD0-AAAA-42BA-974F-3DDF6646E64D}" srcOrd="0" destOrd="0" presId="urn:microsoft.com/office/officeart/2016/7/layout/RepeatingBendingProcessNew"/>
    <dgm:cxn modelId="{6DB7AF46-903D-4783-8FE8-905912CFC313}" type="presOf" srcId="{168E4A32-BAE1-4C58-BE1D-15763B416413}" destId="{B92E2682-0F05-4277-A82D-F720AD3CDD64}" srcOrd="0" destOrd="0" presId="urn:microsoft.com/office/officeart/2016/7/layout/RepeatingBendingProcessNew"/>
    <dgm:cxn modelId="{4F56616D-104A-4E94-B0F3-392793BE587B}" type="presOf" srcId="{E6DAD6E2-C59B-4220-8596-4B89FB70939C}" destId="{5095F2CC-C006-416C-BEF8-5250036B9325}" srcOrd="1" destOrd="0" presId="urn:microsoft.com/office/officeart/2016/7/layout/RepeatingBendingProcessNew"/>
    <dgm:cxn modelId="{D7C67854-1AF2-45FA-9DF1-299F59EDEA7D}" type="presOf" srcId="{0A17B01A-05DD-4CE5-9D5C-5E39ED30934F}" destId="{D8B55116-E086-47B1-8CC2-C81C099C115D}" srcOrd="1" destOrd="0" presId="urn:microsoft.com/office/officeart/2016/7/layout/RepeatingBendingProcessNew"/>
    <dgm:cxn modelId="{7CA2A984-302B-4F3A-A315-D613195F5A84}" type="presOf" srcId="{3FE7516E-4F4F-4C49-ADE2-DFABA2D7DDBC}" destId="{4D83DF74-5D97-47CC-B1DF-AA7B451D7AE3}" srcOrd="0" destOrd="0" presId="urn:microsoft.com/office/officeart/2016/7/layout/RepeatingBendingProcessNew"/>
    <dgm:cxn modelId="{26DC128C-B39E-443C-9463-8AEEB10A473B}" srcId="{B8244AC8-AEFC-486E-9930-46CDE5F4BF60}" destId="{168E4A32-BAE1-4C58-BE1D-15763B416413}" srcOrd="3" destOrd="0" parTransId="{56B6DC7E-08D5-4FF7-A9AD-DB8A214BD3CB}" sibTransId="{48DA6A23-F468-40C2-A8BF-26C78F1A44C6}"/>
    <dgm:cxn modelId="{C699E295-6ABE-43F8-88CA-AEA813D8B4D3}" srcId="{B8244AC8-AEFC-486E-9930-46CDE5F4BF60}" destId="{6F13356A-FD47-44B4-9DC1-87CE8D1D985B}" srcOrd="2" destOrd="0" parTransId="{4C0CBA57-CDDD-4805-8940-F70284C936FF}" sibTransId="{0A17B01A-05DD-4CE5-9D5C-5E39ED30934F}"/>
    <dgm:cxn modelId="{B663299B-0254-4449-8BD0-509A65BC3A31}" type="presOf" srcId="{1DF94C3A-06FA-4BDB-8556-B5901247C20A}" destId="{C53A1970-CE95-45BF-83AC-106457E40381}" srcOrd="0" destOrd="0" presId="urn:microsoft.com/office/officeart/2016/7/layout/RepeatingBendingProcessNew"/>
    <dgm:cxn modelId="{5151FD9E-C173-4DB1-BCA5-1E1E3A3795F2}" type="presOf" srcId="{48DA6A23-F468-40C2-A8BF-26C78F1A44C6}" destId="{7D6AE05E-6ECB-46A0-B2DE-AC8CD230B278}" srcOrd="1" destOrd="0" presId="urn:microsoft.com/office/officeart/2016/7/layout/RepeatingBendingProcessNew"/>
    <dgm:cxn modelId="{BD4F75B1-B869-4AFE-90C6-83BEA20A6597}" type="presOf" srcId="{2C37EB88-1B36-4F16-ADDE-0A5ADB25CD2A}" destId="{9B0F14B3-6971-42DF-93AD-8ED5FC74189A}" srcOrd="1" destOrd="0" presId="urn:microsoft.com/office/officeart/2016/7/layout/RepeatingBendingProcessNew"/>
    <dgm:cxn modelId="{A625C7BB-62BA-4BC7-97C8-D87C72BD0987}" type="presOf" srcId="{FCCC07F6-554D-4D2F-B631-06FED4FEF580}" destId="{F586085D-D420-4267-9A63-5B377CEBA061}" srcOrd="0" destOrd="0" presId="urn:microsoft.com/office/officeart/2016/7/layout/RepeatingBendingProcessNew"/>
    <dgm:cxn modelId="{193120D1-1DB9-4FAE-8CAC-E106851FEA70}" type="presOf" srcId="{48DA6A23-F468-40C2-A8BF-26C78F1A44C6}" destId="{8D95BB2A-E5C2-4964-8628-5A3FCA3BA29B}" srcOrd="0" destOrd="0" presId="urn:microsoft.com/office/officeart/2016/7/layout/RepeatingBendingProcessNew"/>
    <dgm:cxn modelId="{6A99D9D3-7AF0-4BD2-A8FF-6AFCBE1FD42D}" type="presOf" srcId="{2C37EB88-1B36-4F16-ADDE-0A5ADB25CD2A}" destId="{8528216E-FB0E-42FD-93C4-DFF663904531}" srcOrd="0" destOrd="0" presId="urn:microsoft.com/office/officeart/2016/7/layout/RepeatingBendingProcessNew"/>
    <dgm:cxn modelId="{285733D6-E38D-4F32-BE38-3C1ECE61B692}" srcId="{B8244AC8-AEFC-486E-9930-46CDE5F4BF60}" destId="{3FE7516E-4F4F-4C49-ADE2-DFABA2D7DDBC}" srcOrd="4" destOrd="0" parTransId="{20043690-252B-49FE-A062-70187158E075}" sibTransId="{78F0ACC4-55A8-4359-8B40-03396C9538A7}"/>
    <dgm:cxn modelId="{7A12E1DB-9F10-490A-BC9F-383C6F5E4987}" type="presOf" srcId="{E6DAD6E2-C59B-4220-8596-4B89FB70939C}" destId="{A3E41ED9-B15E-42B4-B4D8-B79D475179E8}" srcOrd="0" destOrd="0" presId="urn:microsoft.com/office/officeart/2016/7/layout/RepeatingBendingProcessNew"/>
    <dgm:cxn modelId="{11AF66A7-6074-4E52-B135-45A642FF8222}" type="presParOf" srcId="{1D1FCFD0-AAAA-42BA-974F-3DDF6646E64D}" destId="{52220815-B01A-4643-8D92-0440CD994B3B}" srcOrd="0" destOrd="0" presId="urn:microsoft.com/office/officeart/2016/7/layout/RepeatingBendingProcessNew"/>
    <dgm:cxn modelId="{AFA8A73E-FEFF-4095-951F-CEB33C4D6D15}" type="presParOf" srcId="{1D1FCFD0-AAAA-42BA-974F-3DDF6646E64D}" destId="{A3E41ED9-B15E-42B4-B4D8-B79D475179E8}" srcOrd="1" destOrd="0" presId="urn:microsoft.com/office/officeart/2016/7/layout/RepeatingBendingProcessNew"/>
    <dgm:cxn modelId="{6F75DC1D-3993-4CF1-AC94-304D808D255B}" type="presParOf" srcId="{A3E41ED9-B15E-42B4-B4D8-B79D475179E8}" destId="{5095F2CC-C006-416C-BEF8-5250036B9325}" srcOrd="0" destOrd="0" presId="urn:microsoft.com/office/officeart/2016/7/layout/RepeatingBendingProcessNew"/>
    <dgm:cxn modelId="{6D3CFD6E-49CE-4AA1-A453-6B157A273CB3}" type="presParOf" srcId="{1D1FCFD0-AAAA-42BA-974F-3DDF6646E64D}" destId="{F586085D-D420-4267-9A63-5B377CEBA061}" srcOrd="2" destOrd="0" presId="urn:microsoft.com/office/officeart/2016/7/layout/RepeatingBendingProcessNew"/>
    <dgm:cxn modelId="{3F9FF508-CAE6-4663-BC39-762C9E089954}" type="presParOf" srcId="{1D1FCFD0-AAAA-42BA-974F-3DDF6646E64D}" destId="{8528216E-FB0E-42FD-93C4-DFF663904531}" srcOrd="3" destOrd="0" presId="urn:microsoft.com/office/officeart/2016/7/layout/RepeatingBendingProcessNew"/>
    <dgm:cxn modelId="{8391746B-6539-459C-BF09-CB4143F2D66D}" type="presParOf" srcId="{8528216E-FB0E-42FD-93C4-DFF663904531}" destId="{9B0F14B3-6971-42DF-93AD-8ED5FC74189A}" srcOrd="0" destOrd="0" presId="urn:microsoft.com/office/officeart/2016/7/layout/RepeatingBendingProcessNew"/>
    <dgm:cxn modelId="{1167E677-3687-4908-8320-3F7BC880D024}" type="presParOf" srcId="{1D1FCFD0-AAAA-42BA-974F-3DDF6646E64D}" destId="{50FFC769-E0F5-42F9-B05C-704F1B3EF8E5}" srcOrd="4" destOrd="0" presId="urn:microsoft.com/office/officeart/2016/7/layout/RepeatingBendingProcessNew"/>
    <dgm:cxn modelId="{6371FBCF-1A61-4E16-9E38-466E397EA2ED}" type="presParOf" srcId="{1D1FCFD0-AAAA-42BA-974F-3DDF6646E64D}" destId="{CC27B365-391C-4598-A0C6-95BF3B4BA25B}" srcOrd="5" destOrd="0" presId="urn:microsoft.com/office/officeart/2016/7/layout/RepeatingBendingProcessNew"/>
    <dgm:cxn modelId="{EC7B21EC-41CD-43C6-865C-D227657C9A73}" type="presParOf" srcId="{CC27B365-391C-4598-A0C6-95BF3B4BA25B}" destId="{D8B55116-E086-47B1-8CC2-C81C099C115D}" srcOrd="0" destOrd="0" presId="urn:microsoft.com/office/officeart/2016/7/layout/RepeatingBendingProcessNew"/>
    <dgm:cxn modelId="{DB5A56F0-CCB1-4F80-BC68-2001DD9D3469}" type="presParOf" srcId="{1D1FCFD0-AAAA-42BA-974F-3DDF6646E64D}" destId="{B92E2682-0F05-4277-A82D-F720AD3CDD64}" srcOrd="6" destOrd="0" presId="urn:microsoft.com/office/officeart/2016/7/layout/RepeatingBendingProcessNew"/>
    <dgm:cxn modelId="{9A34AD98-D385-4F10-8F21-12E6097029E8}" type="presParOf" srcId="{1D1FCFD0-AAAA-42BA-974F-3DDF6646E64D}" destId="{8D95BB2A-E5C2-4964-8628-5A3FCA3BA29B}" srcOrd="7" destOrd="0" presId="urn:microsoft.com/office/officeart/2016/7/layout/RepeatingBendingProcessNew"/>
    <dgm:cxn modelId="{3F34235F-C1A7-4862-B922-D4710EB1A042}" type="presParOf" srcId="{8D95BB2A-E5C2-4964-8628-5A3FCA3BA29B}" destId="{7D6AE05E-6ECB-46A0-B2DE-AC8CD230B278}" srcOrd="0" destOrd="0" presId="urn:microsoft.com/office/officeart/2016/7/layout/RepeatingBendingProcessNew"/>
    <dgm:cxn modelId="{6CA06D03-410B-479D-8614-4D7B0EE7D28D}" type="presParOf" srcId="{1D1FCFD0-AAAA-42BA-974F-3DDF6646E64D}" destId="{4D83DF74-5D97-47CC-B1DF-AA7B451D7AE3}" srcOrd="8" destOrd="0" presId="urn:microsoft.com/office/officeart/2016/7/layout/RepeatingBendingProcessNew"/>
    <dgm:cxn modelId="{60E78D0E-4862-4904-9CD3-8C8F6DB48BF0}" type="presParOf" srcId="{1D1FCFD0-AAAA-42BA-974F-3DDF6646E64D}" destId="{AA6D7681-02D6-43B1-913C-91A88A4C1451}" srcOrd="9" destOrd="0" presId="urn:microsoft.com/office/officeart/2016/7/layout/RepeatingBendingProcessNew"/>
    <dgm:cxn modelId="{33A4949B-07BA-4E57-BE60-8D373E1687B3}" type="presParOf" srcId="{AA6D7681-02D6-43B1-913C-91A88A4C1451}" destId="{93910F83-D5F6-4473-B40E-B1D07B1B9F42}" srcOrd="0" destOrd="0" presId="urn:microsoft.com/office/officeart/2016/7/layout/RepeatingBendingProcessNew"/>
    <dgm:cxn modelId="{C7AE4491-7D70-4009-96FF-55262A80B2B5}" type="presParOf" srcId="{1D1FCFD0-AAAA-42BA-974F-3DDF6646E64D}" destId="{C53A1970-CE95-45BF-83AC-106457E40381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9B35B9-0520-4CBA-88D9-BFC3F4D1EF0A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5A91E5-AA58-401A-B2CF-FDDA8FB087FA}">
      <dgm:prSet/>
      <dgm:spPr/>
      <dgm:t>
        <a:bodyPr/>
        <a:lstStyle/>
        <a:p>
          <a:r>
            <a:rPr lang="en-GB" b="1"/>
            <a:t>Rapid task execution</a:t>
          </a:r>
          <a:endParaRPr lang="en-US"/>
        </a:p>
      </dgm:t>
    </dgm:pt>
    <dgm:pt modelId="{46821B02-364E-4824-AF16-3F96099512E5}" type="parTrans" cxnId="{B73122A1-794A-49ED-8033-CF015CF83DF2}">
      <dgm:prSet/>
      <dgm:spPr/>
      <dgm:t>
        <a:bodyPr/>
        <a:lstStyle/>
        <a:p>
          <a:endParaRPr lang="en-US"/>
        </a:p>
      </dgm:t>
    </dgm:pt>
    <dgm:pt modelId="{9F23C36D-EA21-4C65-9B18-45BCB89488A8}" type="sibTrans" cxnId="{B73122A1-794A-49ED-8033-CF015CF83DF2}">
      <dgm:prSet/>
      <dgm:spPr/>
      <dgm:t>
        <a:bodyPr/>
        <a:lstStyle/>
        <a:p>
          <a:endParaRPr lang="en-US"/>
        </a:p>
      </dgm:t>
    </dgm:pt>
    <dgm:pt modelId="{EC87881D-9F14-4CC5-BA6B-52E2C658D155}">
      <dgm:prSet/>
      <dgm:spPr/>
      <dgm:t>
        <a:bodyPr/>
        <a:lstStyle/>
        <a:p>
          <a:r>
            <a:rPr lang="en-GB"/>
            <a:t>Near‑infinite hotkey hooks</a:t>
          </a:r>
          <a:endParaRPr lang="en-US"/>
        </a:p>
      </dgm:t>
    </dgm:pt>
    <dgm:pt modelId="{4543BD99-5060-494E-89B7-86C254BCE10F}" type="parTrans" cxnId="{A2810E77-090E-4F82-B7A1-1C17860B3CE2}">
      <dgm:prSet/>
      <dgm:spPr/>
      <dgm:t>
        <a:bodyPr/>
        <a:lstStyle/>
        <a:p>
          <a:endParaRPr lang="en-US"/>
        </a:p>
      </dgm:t>
    </dgm:pt>
    <dgm:pt modelId="{B86CB1B9-A3FE-4FAF-BA41-20CDD6242094}" type="sibTrans" cxnId="{A2810E77-090E-4F82-B7A1-1C17860B3CE2}">
      <dgm:prSet/>
      <dgm:spPr/>
      <dgm:t>
        <a:bodyPr/>
        <a:lstStyle/>
        <a:p>
          <a:endParaRPr lang="en-US"/>
        </a:p>
      </dgm:t>
    </dgm:pt>
    <dgm:pt modelId="{27025A3F-C85D-4747-952B-85E5B1B5771C}">
      <dgm:prSet/>
      <dgm:spPr/>
      <dgm:t>
        <a:bodyPr/>
        <a:lstStyle/>
        <a:p>
          <a:r>
            <a:rPr lang="en-GB"/>
            <a:t>Intelligent conflict detection</a:t>
          </a:r>
          <a:endParaRPr lang="en-US"/>
        </a:p>
      </dgm:t>
    </dgm:pt>
    <dgm:pt modelId="{EF15F220-DB41-463F-AA84-6860A67A6927}" type="parTrans" cxnId="{F140902A-B380-4924-8F16-7C481EE42089}">
      <dgm:prSet/>
      <dgm:spPr/>
      <dgm:t>
        <a:bodyPr/>
        <a:lstStyle/>
        <a:p>
          <a:endParaRPr lang="en-US"/>
        </a:p>
      </dgm:t>
    </dgm:pt>
    <dgm:pt modelId="{4BDCD664-81C9-4884-BC99-619A62C419BA}" type="sibTrans" cxnId="{F140902A-B380-4924-8F16-7C481EE42089}">
      <dgm:prSet/>
      <dgm:spPr/>
      <dgm:t>
        <a:bodyPr/>
        <a:lstStyle/>
        <a:p>
          <a:endParaRPr lang="en-US"/>
        </a:p>
      </dgm:t>
    </dgm:pt>
    <dgm:pt modelId="{A8337D86-8354-4E20-ADD1-B10BD0A4E9CC}">
      <dgm:prSet/>
      <dgm:spPr/>
      <dgm:t>
        <a:bodyPr/>
        <a:lstStyle/>
        <a:p>
          <a:r>
            <a:rPr lang="en-GB"/>
            <a:t>Guidance for resolving hotkey overlaps</a:t>
          </a:r>
          <a:endParaRPr lang="en-US"/>
        </a:p>
      </dgm:t>
    </dgm:pt>
    <dgm:pt modelId="{C54EE889-D6D4-4434-B2E2-F3A155AF800E}" type="parTrans" cxnId="{A1B1A8B0-4DB1-4A86-9189-8AB25D6EDEED}">
      <dgm:prSet/>
      <dgm:spPr/>
      <dgm:t>
        <a:bodyPr/>
        <a:lstStyle/>
        <a:p>
          <a:endParaRPr lang="en-US"/>
        </a:p>
      </dgm:t>
    </dgm:pt>
    <dgm:pt modelId="{6FA31959-720A-48B6-9D86-AA6EBAFC0413}" type="sibTrans" cxnId="{A1B1A8B0-4DB1-4A86-9189-8AB25D6EDEED}">
      <dgm:prSet/>
      <dgm:spPr/>
      <dgm:t>
        <a:bodyPr/>
        <a:lstStyle/>
        <a:p>
          <a:endParaRPr lang="en-US"/>
        </a:p>
      </dgm:t>
    </dgm:pt>
    <dgm:pt modelId="{B585634A-3FD1-4BE2-A3C2-E642D26EB984}">
      <dgm:prSet/>
      <dgm:spPr/>
      <dgm:t>
        <a:bodyPr/>
        <a:lstStyle/>
        <a:p>
          <a:r>
            <a:rPr lang="en-GB"/>
            <a:t>Quick access to commands and shortcuts</a:t>
          </a:r>
          <a:endParaRPr lang="en-US"/>
        </a:p>
      </dgm:t>
    </dgm:pt>
    <dgm:pt modelId="{2F5BABF8-1C44-477B-864F-C92F5DF54D7D}" type="parTrans" cxnId="{1EAB8D2A-7CDF-445B-A911-D8D97D8E55C1}">
      <dgm:prSet/>
      <dgm:spPr/>
      <dgm:t>
        <a:bodyPr/>
        <a:lstStyle/>
        <a:p>
          <a:endParaRPr lang="en-US"/>
        </a:p>
      </dgm:t>
    </dgm:pt>
    <dgm:pt modelId="{D393EAC4-77D8-402D-878E-674AA3DA217D}" type="sibTrans" cxnId="{1EAB8D2A-7CDF-445B-A911-D8D97D8E55C1}">
      <dgm:prSet/>
      <dgm:spPr/>
      <dgm:t>
        <a:bodyPr/>
        <a:lstStyle/>
        <a:p>
          <a:endParaRPr lang="en-US"/>
        </a:p>
      </dgm:t>
    </dgm:pt>
    <dgm:pt modelId="{A8987641-2A8A-402C-B411-FEA0707E0BCF}">
      <dgm:prSet/>
      <dgm:spPr/>
      <dgm:t>
        <a:bodyPr/>
        <a:lstStyle/>
        <a:p>
          <a:r>
            <a:rPr lang="en-GB"/>
            <a:t>No workflow interruption</a:t>
          </a:r>
          <a:endParaRPr lang="en-US"/>
        </a:p>
      </dgm:t>
    </dgm:pt>
    <dgm:pt modelId="{C139E45C-8744-4BC6-A9FB-39C17D39C3E2}" type="parTrans" cxnId="{1312B530-9F75-4913-B2CA-B2F740104FA3}">
      <dgm:prSet/>
      <dgm:spPr/>
      <dgm:t>
        <a:bodyPr/>
        <a:lstStyle/>
        <a:p>
          <a:endParaRPr lang="en-US"/>
        </a:p>
      </dgm:t>
    </dgm:pt>
    <dgm:pt modelId="{A164A4DE-EE45-4D48-8F7B-F6EBBA3693D6}" type="sibTrans" cxnId="{1312B530-9F75-4913-B2CA-B2F740104FA3}">
      <dgm:prSet/>
      <dgm:spPr/>
      <dgm:t>
        <a:bodyPr/>
        <a:lstStyle/>
        <a:p>
          <a:endParaRPr lang="en-US"/>
        </a:p>
      </dgm:t>
    </dgm:pt>
    <dgm:pt modelId="{F43AB615-959B-4FC0-8189-D50D75F29689}">
      <dgm:prSet/>
      <dgm:spPr/>
      <dgm:t>
        <a:bodyPr/>
        <a:lstStyle/>
        <a:p>
          <a:r>
            <a:rPr lang="en-GB"/>
            <a:t>Single‑press assistive actions</a:t>
          </a:r>
          <a:endParaRPr lang="en-US"/>
        </a:p>
      </dgm:t>
    </dgm:pt>
    <dgm:pt modelId="{0DA91DD3-2E9E-4460-A7F0-E673F9DAA352}" type="parTrans" cxnId="{E735BF28-DF7F-4505-A6D2-967072F8D1CE}">
      <dgm:prSet/>
      <dgm:spPr/>
      <dgm:t>
        <a:bodyPr/>
        <a:lstStyle/>
        <a:p>
          <a:endParaRPr lang="en-US"/>
        </a:p>
      </dgm:t>
    </dgm:pt>
    <dgm:pt modelId="{C130AFDB-3A5A-4B66-83FE-0F3BCD244FEF}" type="sibTrans" cxnId="{E735BF28-DF7F-4505-A6D2-967072F8D1CE}">
      <dgm:prSet/>
      <dgm:spPr/>
      <dgm:t>
        <a:bodyPr/>
        <a:lstStyle/>
        <a:p>
          <a:endParaRPr lang="en-US"/>
        </a:p>
      </dgm:t>
    </dgm:pt>
    <dgm:pt modelId="{B03EF8E0-05DA-4998-93B6-54C1B935BAE6}" type="pres">
      <dgm:prSet presAssocID="{659B35B9-0520-4CBA-88D9-BFC3F4D1EF0A}" presName="compositeShape" presStyleCnt="0">
        <dgm:presLayoutVars>
          <dgm:chMax val="7"/>
          <dgm:dir/>
          <dgm:resizeHandles val="exact"/>
        </dgm:presLayoutVars>
      </dgm:prSet>
      <dgm:spPr/>
    </dgm:pt>
    <dgm:pt modelId="{6C11E06E-F6D2-4F09-B136-18340D7EE6BC}" type="pres">
      <dgm:prSet presAssocID="{659B35B9-0520-4CBA-88D9-BFC3F4D1EF0A}" presName="wedge1" presStyleLbl="node1" presStyleIdx="0" presStyleCnt="7"/>
      <dgm:spPr/>
    </dgm:pt>
    <dgm:pt modelId="{9EC369D8-A8A9-4E90-84F9-80EC9388FD28}" type="pres">
      <dgm:prSet presAssocID="{659B35B9-0520-4CBA-88D9-BFC3F4D1EF0A}" presName="dummy1a" presStyleCnt="0"/>
      <dgm:spPr/>
    </dgm:pt>
    <dgm:pt modelId="{41B33FF7-BFED-4D0D-B0B0-274A4C818DB0}" type="pres">
      <dgm:prSet presAssocID="{659B35B9-0520-4CBA-88D9-BFC3F4D1EF0A}" presName="dummy1b" presStyleCnt="0"/>
      <dgm:spPr/>
    </dgm:pt>
    <dgm:pt modelId="{42A8B1E3-CC8A-4D76-8ACE-C028F6870FD2}" type="pres">
      <dgm:prSet presAssocID="{659B35B9-0520-4CBA-88D9-BFC3F4D1EF0A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BDA9DCDC-F4DA-4136-9F58-9A9D4F9B93D4}" type="pres">
      <dgm:prSet presAssocID="{659B35B9-0520-4CBA-88D9-BFC3F4D1EF0A}" presName="wedge2" presStyleLbl="node1" presStyleIdx="1" presStyleCnt="7"/>
      <dgm:spPr/>
    </dgm:pt>
    <dgm:pt modelId="{E2935EB1-FDD0-4379-A948-0EEA39625B4B}" type="pres">
      <dgm:prSet presAssocID="{659B35B9-0520-4CBA-88D9-BFC3F4D1EF0A}" presName="dummy2a" presStyleCnt="0"/>
      <dgm:spPr/>
    </dgm:pt>
    <dgm:pt modelId="{FB982C9D-82D6-46CA-A589-79328C00BDFE}" type="pres">
      <dgm:prSet presAssocID="{659B35B9-0520-4CBA-88D9-BFC3F4D1EF0A}" presName="dummy2b" presStyleCnt="0"/>
      <dgm:spPr/>
    </dgm:pt>
    <dgm:pt modelId="{1C080DDF-941F-438E-8428-041872B9D4AD}" type="pres">
      <dgm:prSet presAssocID="{659B35B9-0520-4CBA-88D9-BFC3F4D1EF0A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6380F7FA-3500-470F-9168-2CDE603E26D9}" type="pres">
      <dgm:prSet presAssocID="{659B35B9-0520-4CBA-88D9-BFC3F4D1EF0A}" presName="wedge3" presStyleLbl="node1" presStyleIdx="2" presStyleCnt="7"/>
      <dgm:spPr/>
    </dgm:pt>
    <dgm:pt modelId="{F0692C77-7314-4325-AD7D-43198E40503D}" type="pres">
      <dgm:prSet presAssocID="{659B35B9-0520-4CBA-88D9-BFC3F4D1EF0A}" presName="dummy3a" presStyleCnt="0"/>
      <dgm:spPr/>
    </dgm:pt>
    <dgm:pt modelId="{E4413B10-2B2C-417C-933B-101B51AF78A1}" type="pres">
      <dgm:prSet presAssocID="{659B35B9-0520-4CBA-88D9-BFC3F4D1EF0A}" presName="dummy3b" presStyleCnt="0"/>
      <dgm:spPr/>
    </dgm:pt>
    <dgm:pt modelId="{79F1AF79-ECFB-4873-92DD-65D76EA95486}" type="pres">
      <dgm:prSet presAssocID="{659B35B9-0520-4CBA-88D9-BFC3F4D1EF0A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08A1E2AA-D90A-4AAF-8D53-011DC689932E}" type="pres">
      <dgm:prSet presAssocID="{659B35B9-0520-4CBA-88D9-BFC3F4D1EF0A}" presName="wedge4" presStyleLbl="node1" presStyleIdx="3" presStyleCnt="7"/>
      <dgm:spPr/>
    </dgm:pt>
    <dgm:pt modelId="{74649D8F-2ADF-483C-A185-8F39CCC63B0A}" type="pres">
      <dgm:prSet presAssocID="{659B35B9-0520-4CBA-88D9-BFC3F4D1EF0A}" presName="dummy4a" presStyleCnt="0"/>
      <dgm:spPr/>
    </dgm:pt>
    <dgm:pt modelId="{771529DC-9617-4CCC-AE6A-EE8A88714EC6}" type="pres">
      <dgm:prSet presAssocID="{659B35B9-0520-4CBA-88D9-BFC3F4D1EF0A}" presName="dummy4b" presStyleCnt="0"/>
      <dgm:spPr/>
    </dgm:pt>
    <dgm:pt modelId="{5ED5DF78-1D48-445B-ADCB-950E0C8D8047}" type="pres">
      <dgm:prSet presAssocID="{659B35B9-0520-4CBA-88D9-BFC3F4D1EF0A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A7E846B4-9C44-40E1-8C0C-093D8C958A4F}" type="pres">
      <dgm:prSet presAssocID="{659B35B9-0520-4CBA-88D9-BFC3F4D1EF0A}" presName="wedge5" presStyleLbl="node1" presStyleIdx="4" presStyleCnt="7"/>
      <dgm:spPr/>
    </dgm:pt>
    <dgm:pt modelId="{4E8BD435-A268-42BF-B0CE-78886112869C}" type="pres">
      <dgm:prSet presAssocID="{659B35B9-0520-4CBA-88D9-BFC3F4D1EF0A}" presName="dummy5a" presStyleCnt="0"/>
      <dgm:spPr/>
    </dgm:pt>
    <dgm:pt modelId="{2E71BAFE-C05E-47CD-B6CF-2E334C4E523F}" type="pres">
      <dgm:prSet presAssocID="{659B35B9-0520-4CBA-88D9-BFC3F4D1EF0A}" presName="dummy5b" presStyleCnt="0"/>
      <dgm:spPr/>
    </dgm:pt>
    <dgm:pt modelId="{BD5ABCB8-4173-4B6E-8632-991CD67E65CF}" type="pres">
      <dgm:prSet presAssocID="{659B35B9-0520-4CBA-88D9-BFC3F4D1EF0A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30D8BEF0-D54F-4183-B270-F5C0E3B89DF3}" type="pres">
      <dgm:prSet presAssocID="{659B35B9-0520-4CBA-88D9-BFC3F4D1EF0A}" presName="wedge6" presStyleLbl="node1" presStyleIdx="5" presStyleCnt="7"/>
      <dgm:spPr/>
    </dgm:pt>
    <dgm:pt modelId="{B5609E54-A76A-48A0-B884-974788B9A483}" type="pres">
      <dgm:prSet presAssocID="{659B35B9-0520-4CBA-88D9-BFC3F4D1EF0A}" presName="dummy6a" presStyleCnt="0"/>
      <dgm:spPr/>
    </dgm:pt>
    <dgm:pt modelId="{2D8C9EEA-186D-4E4B-9D8D-465520E41FFF}" type="pres">
      <dgm:prSet presAssocID="{659B35B9-0520-4CBA-88D9-BFC3F4D1EF0A}" presName="dummy6b" presStyleCnt="0"/>
      <dgm:spPr/>
    </dgm:pt>
    <dgm:pt modelId="{48513C19-BD5D-4EC0-B278-3DC518D255EA}" type="pres">
      <dgm:prSet presAssocID="{659B35B9-0520-4CBA-88D9-BFC3F4D1EF0A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EF409EA7-5B59-489F-B9D0-D37868060724}" type="pres">
      <dgm:prSet presAssocID="{659B35B9-0520-4CBA-88D9-BFC3F4D1EF0A}" presName="wedge7" presStyleLbl="node1" presStyleIdx="6" presStyleCnt="7"/>
      <dgm:spPr/>
    </dgm:pt>
    <dgm:pt modelId="{68B534A6-3EFF-4D88-A091-5A25B1BD45E7}" type="pres">
      <dgm:prSet presAssocID="{659B35B9-0520-4CBA-88D9-BFC3F4D1EF0A}" presName="dummy7a" presStyleCnt="0"/>
      <dgm:spPr/>
    </dgm:pt>
    <dgm:pt modelId="{97942E00-BE4D-4E1F-912D-7947A04DE54A}" type="pres">
      <dgm:prSet presAssocID="{659B35B9-0520-4CBA-88D9-BFC3F4D1EF0A}" presName="dummy7b" presStyleCnt="0"/>
      <dgm:spPr/>
    </dgm:pt>
    <dgm:pt modelId="{2E67C563-AE8F-416B-AD1D-DBF340F29E33}" type="pres">
      <dgm:prSet presAssocID="{659B35B9-0520-4CBA-88D9-BFC3F4D1EF0A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FE5723B9-AE44-4E57-BF72-EFAFAE9192AF}" type="pres">
      <dgm:prSet presAssocID="{9F23C36D-EA21-4C65-9B18-45BCB89488A8}" presName="arrowWedge1" presStyleLbl="fgSibTrans2D1" presStyleIdx="0" presStyleCnt="7"/>
      <dgm:spPr>
        <a:solidFill>
          <a:srgbClr val="FFFF00"/>
        </a:solidFill>
      </dgm:spPr>
    </dgm:pt>
    <dgm:pt modelId="{845095F6-C38A-4C2F-8A66-C18EE2A31647}" type="pres">
      <dgm:prSet presAssocID="{B86CB1B9-A3FE-4FAF-BA41-20CDD6242094}" presName="arrowWedge2" presStyleLbl="fgSibTrans2D1" presStyleIdx="1" presStyleCnt="7" custLinFactNeighborX="3914" custLinFactNeighborY="-1467"/>
      <dgm:spPr>
        <a:solidFill>
          <a:srgbClr val="FF0000"/>
        </a:solidFill>
      </dgm:spPr>
    </dgm:pt>
    <dgm:pt modelId="{A582BBB2-4FF2-478E-80F7-F47B906EDF8B}" type="pres">
      <dgm:prSet presAssocID="{4BDCD664-81C9-4884-BC99-619A62C419BA}" presName="arrowWedge3" presStyleLbl="fgSibTrans2D1" presStyleIdx="2" presStyleCnt="7"/>
      <dgm:spPr>
        <a:solidFill>
          <a:srgbClr val="00B0F0"/>
        </a:solidFill>
      </dgm:spPr>
    </dgm:pt>
    <dgm:pt modelId="{BA71854F-D032-41CD-B2B5-7D32DFA0F276}" type="pres">
      <dgm:prSet presAssocID="{6FA31959-720A-48B6-9D86-AA6EBAFC0413}" presName="arrowWedge4" presStyleLbl="fgSibTrans2D1" presStyleIdx="3" presStyleCnt="7"/>
      <dgm:spPr>
        <a:solidFill>
          <a:srgbClr val="FFFF00"/>
        </a:solidFill>
      </dgm:spPr>
    </dgm:pt>
    <dgm:pt modelId="{F8EB8BA7-F5BE-43B4-9FCD-1B70CB8AE4B4}" type="pres">
      <dgm:prSet presAssocID="{D393EAC4-77D8-402D-878E-674AA3DA217D}" presName="arrowWedge5" presStyleLbl="fgSibTrans2D1" presStyleIdx="4" presStyleCnt="7"/>
      <dgm:spPr>
        <a:solidFill>
          <a:srgbClr val="00B050"/>
        </a:solidFill>
      </dgm:spPr>
    </dgm:pt>
    <dgm:pt modelId="{FBA44692-66E8-4AAF-A7B0-BE68E06E771A}" type="pres">
      <dgm:prSet presAssocID="{A164A4DE-EE45-4D48-8F7B-F6EBBA3693D6}" presName="arrowWedge6" presStyleLbl="fgSibTrans2D1" presStyleIdx="5" presStyleCnt="7"/>
      <dgm:spPr>
        <a:solidFill>
          <a:srgbClr val="0070C0"/>
        </a:solidFill>
      </dgm:spPr>
    </dgm:pt>
    <dgm:pt modelId="{484852E1-501D-4F4D-B3B7-E7D7A2D64CCE}" type="pres">
      <dgm:prSet presAssocID="{C130AFDB-3A5A-4B66-83FE-0F3BCD244FEF}" presName="arrowWedge7" presStyleLbl="fgSibTrans2D1" presStyleIdx="6" presStyleCnt="7"/>
      <dgm:spPr/>
    </dgm:pt>
  </dgm:ptLst>
  <dgm:cxnLst>
    <dgm:cxn modelId="{9AA4450B-F5A0-47E3-A1EB-87F4BDEE3873}" type="presOf" srcId="{27025A3F-C85D-4747-952B-85E5B1B5771C}" destId="{6380F7FA-3500-470F-9168-2CDE603E26D9}" srcOrd="0" destOrd="0" presId="urn:microsoft.com/office/officeart/2005/8/layout/cycle8"/>
    <dgm:cxn modelId="{68EA5614-B6D9-4AAF-BE60-DF9EE645388B}" type="presOf" srcId="{F43AB615-959B-4FC0-8189-D50D75F29689}" destId="{EF409EA7-5B59-489F-B9D0-D37868060724}" srcOrd="0" destOrd="0" presId="urn:microsoft.com/office/officeart/2005/8/layout/cycle8"/>
    <dgm:cxn modelId="{E735BF28-DF7F-4505-A6D2-967072F8D1CE}" srcId="{659B35B9-0520-4CBA-88D9-BFC3F4D1EF0A}" destId="{F43AB615-959B-4FC0-8189-D50D75F29689}" srcOrd="6" destOrd="0" parTransId="{0DA91DD3-2E9E-4460-A7F0-E673F9DAA352}" sibTransId="{C130AFDB-3A5A-4B66-83FE-0F3BCD244FEF}"/>
    <dgm:cxn modelId="{1EAB8D2A-7CDF-445B-A911-D8D97D8E55C1}" srcId="{659B35B9-0520-4CBA-88D9-BFC3F4D1EF0A}" destId="{B585634A-3FD1-4BE2-A3C2-E642D26EB984}" srcOrd="4" destOrd="0" parTransId="{2F5BABF8-1C44-477B-864F-C92F5DF54D7D}" sibTransId="{D393EAC4-77D8-402D-878E-674AA3DA217D}"/>
    <dgm:cxn modelId="{F140902A-B380-4924-8F16-7C481EE42089}" srcId="{659B35B9-0520-4CBA-88D9-BFC3F4D1EF0A}" destId="{27025A3F-C85D-4747-952B-85E5B1B5771C}" srcOrd="2" destOrd="0" parTransId="{EF15F220-DB41-463F-AA84-6860A67A6927}" sibTransId="{4BDCD664-81C9-4884-BC99-619A62C419BA}"/>
    <dgm:cxn modelId="{23F2AE2C-6851-4DAC-AC5C-B88D7CD1B81B}" type="presOf" srcId="{3F5A91E5-AA58-401A-B2CF-FDDA8FB087FA}" destId="{42A8B1E3-CC8A-4D76-8ACE-C028F6870FD2}" srcOrd="1" destOrd="0" presId="urn:microsoft.com/office/officeart/2005/8/layout/cycle8"/>
    <dgm:cxn modelId="{BF6A312D-0872-412C-B6FB-5CC388EBFBF5}" type="presOf" srcId="{B585634A-3FD1-4BE2-A3C2-E642D26EB984}" destId="{BD5ABCB8-4173-4B6E-8632-991CD67E65CF}" srcOrd="1" destOrd="0" presId="urn:microsoft.com/office/officeart/2005/8/layout/cycle8"/>
    <dgm:cxn modelId="{47EF702F-DE85-4BAC-BD1F-02FB0B02D614}" type="presOf" srcId="{EC87881D-9F14-4CC5-BA6B-52E2C658D155}" destId="{1C080DDF-941F-438E-8428-041872B9D4AD}" srcOrd="1" destOrd="0" presId="urn:microsoft.com/office/officeart/2005/8/layout/cycle8"/>
    <dgm:cxn modelId="{1312B530-9F75-4913-B2CA-B2F740104FA3}" srcId="{659B35B9-0520-4CBA-88D9-BFC3F4D1EF0A}" destId="{A8987641-2A8A-402C-B411-FEA0707E0BCF}" srcOrd="5" destOrd="0" parTransId="{C139E45C-8744-4BC6-A9FB-39C17D39C3E2}" sibTransId="{A164A4DE-EE45-4D48-8F7B-F6EBBA3693D6}"/>
    <dgm:cxn modelId="{30D7DA31-F981-499B-A7EF-AEB836827B3B}" type="presOf" srcId="{F43AB615-959B-4FC0-8189-D50D75F29689}" destId="{2E67C563-AE8F-416B-AD1D-DBF340F29E33}" srcOrd="1" destOrd="0" presId="urn:microsoft.com/office/officeart/2005/8/layout/cycle8"/>
    <dgm:cxn modelId="{552FAE33-6615-4EC8-8BA5-54779D708AD9}" type="presOf" srcId="{A8987641-2A8A-402C-B411-FEA0707E0BCF}" destId="{30D8BEF0-D54F-4183-B270-F5C0E3B89DF3}" srcOrd="0" destOrd="0" presId="urn:microsoft.com/office/officeart/2005/8/layout/cycle8"/>
    <dgm:cxn modelId="{62721747-77F8-4A39-B4AF-AEBD39561A09}" type="presOf" srcId="{3F5A91E5-AA58-401A-B2CF-FDDA8FB087FA}" destId="{6C11E06E-F6D2-4F09-B136-18340D7EE6BC}" srcOrd="0" destOrd="0" presId="urn:microsoft.com/office/officeart/2005/8/layout/cycle8"/>
    <dgm:cxn modelId="{49309069-832E-473B-9BB5-1B6A1ED442B6}" type="presOf" srcId="{659B35B9-0520-4CBA-88D9-BFC3F4D1EF0A}" destId="{B03EF8E0-05DA-4998-93B6-54C1B935BAE6}" srcOrd="0" destOrd="0" presId="urn:microsoft.com/office/officeart/2005/8/layout/cycle8"/>
    <dgm:cxn modelId="{A2810E77-090E-4F82-B7A1-1C17860B3CE2}" srcId="{659B35B9-0520-4CBA-88D9-BFC3F4D1EF0A}" destId="{EC87881D-9F14-4CC5-BA6B-52E2C658D155}" srcOrd="1" destOrd="0" parTransId="{4543BD99-5060-494E-89B7-86C254BCE10F}" sibTransId="{B86CB1B9-A3FE-4FAF-BA41-20CDD6242094}"/>
    <dgm:cxn modelId="{6ABC6081-F323-42FF-9F91-24211541B2D5}" type="presOf" srcId="{A8337D86-8354-4E20-ADD1-B10BD0A4E9CC}" destId="{5ED5DF78-1D48-445B-ADCB-950E0C8D8047}" srcOrd="1" destOrd="0" presId="urn:microsoft.com/office/officeart/2005/8/layout/cycle8"/>
    <dgm:cxn modelId="{3D2FAE89-3090-4815-A923-9E36581E8738}" type="presOf" srcId="{A8987641-2A8A-402C-B411-FEA0707E0BCF}" destId="{48513C19-BD5D-4EC0-B278-3DC518D255EA}" srcOrd="1" destOrd="0" presId="urn:microsoft.com/office/officeart/2005/8/layout/cycle8"/>
    <dgm:cxn modelId="{B671968B-CCDB-4A4F-A21E-6A31EBA4C050}" type="presOf" srcId="{EC87881D-9F14-4CC5-BA6B-52E2C658D155}" destId="{BDA9DCDC-F4DA-4136-9F58-9A9D4F9B93D4}" srcOrd="0" destOrd="0" presId="urn:microsoft.com/office/officeart/2005/8/layout/cycle8"/>
    <dgm:cxn modelId="{7235B38E-0353-494D-96CC-B3BA01720AE1}" type="presOf" srcId="{27025A3F-C85D-4747-952B-85E5B1B5771C}" destId="{79F1AF79-ECFB-4873-92DD-65D76EA95486}" srcOrd="1" destOrd="0" presId="urn:microsoft.com/office/officeart/2005/8/layout/cycle8"/>
    <dgm:cxn modelId="{B73122A1-794A-49ED-8033-CF015CF83DF2}" srcId="{659B35B9-0520-4CBA-88D9-BFC3F4D1EF0A}" destId="{3F5A91E5-AA58-401A-B2CF-FDDA8FB087FA}" srcOrd="0" destOrd="0" parTransId="{46821B02-364E-4824-AF16-3F96099512E5}" sibTransId="{9F23C36D-EA21-4C65-9B18-45BCB89488A8}"/>
    <dgm:cxn modelId="{A1B1A8B0-4DB1-4A86-9189-8AB25D6EDEED}" srcId="{659B35B9-0520-4CBA-88D9-BFC3F4D1EF0A}" destId="{A8337D86-8354-4E20-ADD1-B10BD0A4E9CC}" srcOrd="3" destOrd="0" parTransId="{C54EE889-D6D4-4434-B2E2-F3A155AF800E}" sibTransId="{6FA31959-720A-48B6-9D86-AA6EBAFC0413}"/>
    <dgm:cxn modelId="{3ADEE4E3-A06B-4B18-82E7-CB0830582739}" type="presOf" srcId="{B585634A-3FD1-4BE2-A3C2-E642D26EB984}" destId="{A7E846B4-9C44-40E1-8C0C-093D8C958A4F}" srcOrd="0" destOrd="0" presId="urn:microsoft.com/office/officeart/2005/8/layout/cycle8"/>
    <dgm:cxn modelId="{D0B458FC-B64C-49F8-B043-DE832B2082FF}" type="presOf" srcId="{A8337D86-8354-4E20-ADD1-B10BD0A4E9CC}" destId="{08A1E2AA-D90A-4AAF-8D53-011DC689932E}" srcOrd="0" destOrd="0" presId="urn:microsoft.com/office/officeart/2005/8/layout/cycle8"/>
    <dgm:cxn modelId="{0B7ECE69-5B62-4907-8BB5-78FE5AC40C46}" type="presParOf" srcId="{B03EF8E0-05DA-4998-93B6-54C1B935BAE6}" destId="{6C11E06E-F6D2-4F09-B136-18340D7EE6BC}" srcOrd="0" destOrd="0" presId="urn:microsoft.com/office/officeart/2005/8/layout/cycle8"/>
    <dgm:cxn modelId="{EB076889-A5AF-4A2D-90A7-4A9B83B9B8D7}" type="presParOf" srcId="{B03EF8E0-05DA-4998-93B6-54C1B935BAE6}" destId="{9EC369D8-A8A9-4E90-84F9-80EC9388FD28}" srcOrd="1" destOrd="0" presId="urn:microsoft.com/office/officeart/2005/8/layout/cycle8"/>
    <dgm:cxn modelId="{3F09C0D5-08DA-4536-96E4-D8F0384253B2}" type="presParOf" srcId="{B03EF8E0-05DA-4998-93B6-54C1B935BAE6}" destId="{41B33FF7-BFED-4D0D-B0B0-274A4C818DB0}" srcOrd="2" destOrd="0" presId="urn:microsoft.com/office/officeart/2005/8/layout/cycle8"/>
    <dgm:cxn modelId="{D4573B92-A786-47EE-AEC5-C7230A359283}" type="presParOf" srcId="{B03EF8E0-05DA-4998-93B6-54C1B935BAE6}" destId="{42A8B1E3-CC8A-4D76-8ACE-C028F6870FD2}" srcOrd="3" destOrd="0" presId="urn:microsoft.com/office/officeart/2005/8/layout/cycle8"/>
    <dgm:cxn modelId="{3D9700F4-2E3D-49C3-96FC-C7D8C73D8449}" type="presParOf" srcId="{B03EF8E0-05DA-4998-93B6-54C1B935BAE6}" destId="{BDA9DCDC-F4DA-4136-9F58-9A9D4F9B93D4}" srcOrd="4" destOrd="0" presId="urn:microsoft.com/office/officeart/2005/8/layout/cycle8"/>
    <dgm:cxn modelId="{7126F10C-AE4B-40B8-ACFB-027B0486C69A}" type="presParOf" srcId="{B03EF8E0-05DA-4998-93B6-54C1B935BAE6}" destId="{E2935EB1-FDD0-4379-A948-0EEA39625B4B}" srcOrd="5" destOrd="0" presId="urn:microsoft.com/office/officeart/2005/8/layout/cycle8"/>
    <dgm:cxn modelId="{DBF34E47-E090-4198-B1AC-28D1C954E860}" type="presParOf" srcId="{B03EF8E0-05DA-4998-93B6-54C1B935BAE6}" destId="{FB982C9D-82D6-46CA-A589-79328C00BDFE}" srcOrd="6" destOrd="0" presId="urn:microsoft.com/office/officeart/2005/8/layout/cycle8"/>
    <dgm:cxn modelId="{E8B0B865-0FCE-4839-8679-7395E0F5005C}" type="presParOf" srcId="{B03EF8E0-05DA-4998-93B6-54C1B935BAE6}" destId="{1C080DDF-941F-438E-8428-041872B9D4AD}" srcOrd="7" destOrd="0" presId="urn:microsoft.com/office/officeart/2005/8/layout/cycle8"/>
    <dgm:cxn modelId="{33AB924B-8B9E-45D2-8252-BA0E1064C592}" type="presParOf" srcId="{B03EF8E0-05DA-4998-93B6-54C1B935BAE6}" destId="{6380F7FA-3500-470F-9168-2CDE603E26D9}" srcOrd="8" destOrd="0" presId="urn:microsoft.com/office/officeart/2005/8/layout/cycle8"/>
    <dgm:cxn modelId="{F476D89F-BEAA-4EAC-A587-88FB49141BA6}" type="presParOf" srcId="{B03EF8E0-05DA-4998-93B6-54C1B935BAE6}" destId="{F0692C77-7314-4325-AD7D-43198E40503D}" srcOrd="9" destOrd="0" presId="urn:microsoft.com/office/officeart/2005/8/layout/cycle8"/>
    <dgm:cxn modelId="{A1C55FB7-5C4F-438E-8909-A0D6AE050FDD}" type="presParOf" srcId="{B03EF8E0-05DA-4998-93B6-54C1B935BAE6}" destId="{E4413B10-2B2C-417C-933B-101B51AF78A1}" srcOrd="10" destOrd="0" presId="urn:microsoft.com/office/officeart/2005/8/layout/cycle8"/>
    <dgm:cxn modelId="{8BF298C2-3312-4F1E-A80E-C1E309F4844E}" type="presParOf" srcId="{B03EF8E0-05DA-4998-93B6-54C1B935BAE6}" destId="{79F1AF79-ECFB-4873-92DD-65D76EA95486}" srcOrd="11" destOrd="0" presId="urn:microsoft.com/office/officeart/2005/8/layout/cycle8"/>
    <dgm:cxn modelId="{F64AE420-FCA1-452D-A418-C0D3A6F6E637}" type="presParOf" srcId="{B03EF8E0-05DA-4998-93B6-54C1B935BAE6}" destId="{08A1E2AA-D90A-4AAF-8D53-011DC689932E}" srcOrd="12" destOrd="0" presId="urn:microsoft.com/office/officeart/2005/8/layout/cycle8"/>
    <dgm:cxn modelId="{AFB26F9E-B667-4854-BDDC-9B4F1C829841}" type="presParOf" srcId="{B03EF8E0-05DA-4998-93B6-54C1B935BAE6}" destId="{74649D8F-2ADF-483C-A185-8F39CCC63B0A}" srcOrd="13" destOrd="0" presId="urn:microsoft.com/office/officeart/2005/8/layout/cycle8"/>
    <dgm:cxn modelId="{891556C2-4D30-472B-BA62-83B34DC167B0}" type="presParOf" srcId="{B03EF8E0-05DA-4998-93B6-54C1B935BAE6}" destId="{771529DC-9617-4CCC-AE6A-EE8A88714EC6}" srcOrd="14" destOrd="0" presId="urn:microsoft.com/office/officeart/2005/8/layout/cycle8"/>
    <dgm:cxn modelId="{5ECBCACB-3982-4BEB-AACF-9BD4BEB8CAE1}" type="presParOf" srcId="{B03EF8E0-05DA-4998-93B6-54C1B935BAE6}" destId="{5ED5DF78-1D48-445B-ADCB-950E0C8D8047}" srcOrd="15" destOrd="0" presId="urn:microsoft.com/office/officeart/2005/8/layout/cycle8"/>
    <dgm:cxn modelId="{F79E4AD3-FDB0-4077-8342-36DF1E1A343B}" type="presParOf" srcId="{B03EF8E0-05DA-4998-93B6-54C1B935BAE6}" destId="{A7E846B4-9C44-40E1-8C0C-093D8C958A4F}" srcOrd="16" destOrd="0" presId="urn:microsoft.com/office/officeart/2005/8/layout/cycle8"/>
    <dgm:cxn modelId="{BC0F6B6E-0B8A-4D13-8927-83CD90B4CDA2}" type="presParOf" srcId="{B03EF8E0-05DA-4998-93B6-54C1B935BAE6}" destId="{4E8BD435-A268-42BF-B0CE-78886112869C}" srcOrd="17" destOrd="0" presId="urn:microsoft.com/office/officeart/2005/8/layout/cycle8"/>
    <dgm:cxn modelId="{1E2175ED-BA84-4E77-81B8-1E1470AB2DE2}" type="presParOf" srcId="{B03EF8E0-05DA-4998-93B6-54C1B935BAE6}" destId="{2E71BAFE-C05E-47CD-B6CF-2E334C4E523F}" srcOrd="18" destOrd="0" presId="urn:microsoft.com/office/officeart/2005/8/layout/cycle8"/>
    <dgm:cxn modelId="{7450C94D-8178-4E63-8280-53E655F34A05}" type="presParOf" srcId="{B03EF8E0-05DA-4998-93B6-54C1B935BAE6}" destId="{BD5ABCB8-4173-4B6E-8632-991CD67E65CF}" srcOrd="19" destOrd="0" presId="urn:microsoft.com/office/officeart/2005/8/layout/cycle8"/>
    <dgm:cxn modelId="{3918A382-320F-46B4-AC6F-DE1D2D4CB7A5}" type="presParOf" srcId="{B03EF8E0-05DA-4998-93B6-54C1B935BAE6}" destId="{30D8BEF0-D54F-4183-B270-F5C0E3B89DF3}" srcOrd="20" destOrd="0" presId="urn:microsoft.com/office/officeart/2005/8/layout/cycle8"/>
    <dgm:cxn modelId="{CD96636F-7BAC-47BB-974D-54B79BA7D0DA}" type="presParOf" srcId="{B03EF8E0-05DA-4998-93B6-54C1B935BAE6}" destId="{B5609E54-A76A-48A0-B884-974788B9A483}" srcOrd="21" destOrd="0" presId="urn:microsoft.com/office/officeart/2005/8/layout/cycle8"/>
    <dgm:cxn modelId="{F6466080-59E5-48B7-B0C8-B0DCEAAED3CC}" type="presParOf" srcId="{B03EF8E0-05DA-4998-93B6-54C1B935BAE6}" destId="{2D8C9EEA-186D-4E4B-9D8D-465520E41FFF}" srcOrd="22" destOrd="0" presId="urn:microsoft.com/office/officeart/2005/8/layout/cycle8"/>
    <dgm:cxn modelId="{6E504119-DF34-4737-9EF1-E3A6015ADEB2}" type="presParOf" srcId="{B03EF8E0-05DA-4998-93B6-54C1B935BAE6}" destId="{48513C19-BD5D-4EC0-B278-3DC518D255EA}" srcOrd="23" destOrd="0" presId="urn:microsoft.com/office/officeart/2005/8/layout/cycle8"/>
    <dgm:cxn modelId="{3644190F-C864-4833-AC59-571228EA079A}" type="presParOf" srcId="{B03EF8E0-05DA-4998-93B6-54C1B935BAE6}" destId="{EF409EA7-5B59-489F-B9D0-D37868060724}" srcOrd="24" destOrd="0" presId="urn:microsoft.com/office/officeart/2005/8/layout/cycle8"/>
    <dgm:cxn modelId="{44E7E8BE-094D-44E2-A874-5E5FC7949B33}" type="presParOf" srcId="{B03EF8E0-05DA-4998-93B6-54C1B935BAE6}" destId="{68B534A6-3EFF-4D88-A091-5A25B1BD45E7}" srcOrd="25" destOrd="0" presId="urn:microsoft.com/office/officeart/2005/8/layout/cycle8"/>
    <dgm:cxn modelId="{27266A20-FA82-461E-A5DB-1D435F3D1ECB}" type="presParOf" srcId="{B03EF8E0-05DA-4998-93B6-54C1B935BAE6}" destId="{97942E00-BE4D-4E1F-912D-7947A04DE54A}" srcOrd="26" destOrd="0" presId="urn:microsoft.com/office/officeart/2005/8/layout/cycle8"/>
    <dgm:cxn modelId="{F1567B0A-6A21-403B-AE0C-9C9E2350248B}" type="presParOf" srcId="{B03EF8E0-05DA-4998-93B6-54C1B935BAE6}" destId="{2E67C563-AE8F-416B-AD1D-DBF340F29E33}" srcOrd="27" destOrd="0" presId="urn:microsoft.com/office/officeart/2005/8/layout/cycle8"/>
    <dgm:cxn modelId="{9C75E537-199C-4C75-A595-C4147AF58FFE}" type="presParOf" srcId="{B03EF8E0-05DA-4998-93B6-54C1B935BAE6}" destId="{FE5723B9-AE44-4E57-BF72-EFAFAE9192AF}" srcOrd="28" destOrd="0" presId="urn:microsoft.com/office/officeart/2005/8/layout/cycle8"/>
    <dgm:cxn modelId="{F9892DB4-7C47-4803-B9E7-B91F29ADEF6E}" type="presParOf" srcId="{B03EF8E0-05DA-4998-93B6-54C1B935BAE6}" destId="{845095F6-C38A-4C2F-8A66-C18EE2A31647}" srcOrd="29" destOrd="0" presId="urn:microsoft.com/office/officeart/2005/8/layout/cycle8"/>
    <dgm:cxn modelId="{12C1F02E-A6B4-4D9B-818E-05019D0A27E7}" type="presParOf" srcId="{B03EF8E0-05DA-4998-93B6-54C1B935BAE6}" destId="{A582BBB2-4FF2-478E-80F7-F47B906EDF8B}" srcOrd="30" destOrd="0" presId="urn:microsoft.com/office/officeart/2005/8/layout/cycle8"/>
    <dgm:cxn modelId="{410DE52E-A9C4-4937-BD5B-25F9417A6D41}" type="presParOf" srcId="{B03EF8E0-05DA-4998-93B6-54C1B935BAE6}" destId="{BA71854F-D032-41CD-B2B5-7D32DFA0F276}" srcOrd="31" destOrd="0" presId="urn:microsoft.com/office/officeart/2005/8/layout/cycle8"/>
    <dgm:cxn modelId="{C8C76304-D0FF-4640-B167-88978C813793}" type="presParOf" srcId="{B03EF8E0-05DA-4998-93B6-54C1B935BAE6}" destId="{F8EB8BA7-F5BE-43B4-9FCD-1B70CB8AE4B4}" srcOrd="32" destOrd="0" presId="urn:microsoft.com/office/officeart/2005/8/layout/cycle8"/>
    <dgm:cxn modelId="{0FEB9369-B4A1-4B35-A9D0-CA13964EC100}" type="presParOf" srcId="{B03EF8E0-05DA-4998-93B6-54C1B935BAE6}" destId="{FBA44692-66E8-4AAF-A7B0-BE68E06E771A}" srcOrd="33" destOrd="0" presId="urn:microsoft.com/office/officeart/2005/8/layout/cycle8"/>
    <dgm:cxn modelId="{97A0722F-439D-4E42-9D1C-8F57C0E40222}" type="presParOf" srcId="{B03EF8E0-05DA-4998-93B6-54C1B935BAE6}" destId="{484852E1-501D-4F4D-B3B7-E7D7A2D64CCE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A06E40-05B6-4A58-8888-F6805D97C79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516B96-C1FF-4BAA-9C66-D1BFF1FD662D}">
      <dgm:prSet/>
      <dgm:spPr/>
      <dgm:t>
        <a:bodyPr/>
        <a:lstStyle/>
        <a:p>
          <a:r>
            <a:rPr lang="en-GB" b="1"/>
            <a:t>Smart diagnostics</a:t>
          </a:r>
          <a:endParaRPr lang="en-US"/>
        </a:p>
      </dgm:t>
    </dgm:pt>
    <dgm:pt modelId="{0AB77FBB-0A9F-45D0-817A-459A7E9B3D8D}" type="parTrans" cxnId="{90214139-4FA6-4731-A8B0-485D548537E2}">
      <dgm:prSet/>
      <dgm:spPr/>
      <dgm:t>
        <a:bodyPr/>
        <a:lstStyle/>
        <a:p>
          <a:endParaRPr lang="en-US"/>
        </a:p>
      </dgm:t>
    </dgm:pt>
    <dgm:pt modelId="{02E3A216-183F-42E4-8124-17094EAC88F7}" type="sibTrans" cxnId="{90214139-4FA6-4731-A8B0-485D548537E2}">
      <dgm:prSet/>
      <dgm:spPr/>
      <dgm:t>
        <a:bodyPr/>
        <a:lstStyle/>
        <a:p>
          <a:endParaRPr lang="en-US"/>
        </a:p>
      </dgm:t>
    </dgm:pt>
    <dgm:pt modelId="{143D9803-C62C-4E2A-8849-1E63D1AB7902}">
      <dgm:prSet/>
      <dgm:spPr/>
      <dgm:t>
        <a:bodyPr/>
        <a:lstStyle/>
        <a:p>
          <a:r>
            <a:rPr lang="en-GB"/>
            <a:t>Tracks user behaviour</a:t>
          </a:r>
          <a:endParaRPr lang="en-US"/>
        </a:p>
      </dgm:t>
    </dgm:pt>
    <dgm:pt modelId="{97FDB433-9427-4EE5-A8CA-77C6169E5FBD}" type="parTrans" cxnId="{62F0E0C7-7689-4370-8063-51FCDB4F736D}">
      <dgm:prSet/>
      <dgm:spPr/>
      <dgm:t>
        <a:bodyPr/>
        <a:lstStyle/>
        <a:p>
          <a:endParaRPr lang="en-US"/>
        </a:p>
      </dgm:t>
    </dgm:pt>
    <dgm:pt modelId="{2A82018F-9C8E-439F-AD8A-59E42816E60A}" type="sibTrans" cxnId="{62F0E0C7-7689-4370-8063-51FCDB4F736D}">
      <dgm:prSet/>
      <dgm:spPr/>
      <dgm:t>
        <a:bodyPr/>
        <a:lstStyle/>
        <a:p>
          <a:endParaRPr lang="en-US"/>
        </a:p>
      </dgm:t>
    </dgm:pt>
    <dgm:pt modelId="{726C1A6F-FC3C-4357-AC79-6EF3B958A495}">
      <dgm:prSet/>
      <dgm:spPr/>
      <dgm:t>
        <a:bodyPr/>
        <a:lstStyle/>
        <a:p>
          <a:r>
            <a:rPr lang="en-GB"/>
            <a:t>Offers correct options automatically</a:t>
          </a:r>
          <a:endParaRPr lang="en-US"/>
        </a:p>
      </dgm:t>
    </dgm:pt>
    <dgm:pt modelId="{E9AB789D-C74D-4DD3-A1DE-E1D7545DEE5E}" type="parTrans" cxnId="{8AB85540-EFDA-4BE5-A89A-8E46EE1536F2}">
      <dgm:prSet/>
      <dgm:spPr/>
      <dgm:t>
        <a:bodyPr/>
        <a:lstStyle/>
        <a:p>
          <a:endParaRPr lang="en-US"/>
        </a:p>
      </dgm:t>
    </dgm:pt>
    <dgm:pt modelId="{CBFD414F-F12C-4918-8980-4E2C9D697315}" type="sibTrans" cxnId="{8AB85540-EFDA-4BE5-A89A-8E46EE1536F2}">
      <dgm:prSet/>
      <dgm:spPr/>
      <dgm:t>
        <a:bodyPr/>
        <a:lstStyle/>
        <a:p>
          <a:endParaRPr lang="en-US"/>
        </a:p>
      </dgm:t>
    </dgm:pt>
    <dgm:pt modelId="{DA427EA4-A0BD-4D57-9B3D-966CA244AF0E}">
      <dgm:prSet/>
      <dgm:spPr/>
      <dgm:t>
        <a:bodyPr/>
        <a:lstStyle/>
        <a:p>
          <a:r>
            <a:rPr lang="en-GB"/>
            <a:t>Reduces confusion</a:t>
          </a:r>
          <a:endParaRPr lang="en-US"/>
        </a:p>
      </dgm:t>
    </dgm:pt>
    <dgm:pt modelId="{1ED9C636-85C2-481F-80B3-A2847AF36443}" type="parTrans" cxnId="{A9654B09-BAED-41FB-99BD-73B94617EB81}">
      <dgm:prSet/>
      <dgm:spPr/>
      <dgm:t>
        <a:bodyPr/>
        <a:lstStyle/>
        <a:p>
          <a:endParaRPr lang="en-US"/>
        </a:p>
      </dgm:t>
    </dgm:pt>
    <dgm:pt modelId="{8156E576-885C-4201-A712-0701A264784A}" type="sibTrans" cxnId="{A9654B09-BAED-41FB-99BD-73B94617EB81}">
      <dgm:prSet/>
      <dgm:spPr/>
      <dgm:t>
        <a:bodyPr/>
        <a:lstStyle/>
        <a:p>
          <a:endParaRPr lang="en-US"/>
        </a:p>
      </dgm:t>
    </dgm:pt>
    <dgm:pt modelId="{96F8B810-8CFC-4B04-91F6-B0858CD0CF37}">
      <dgm:prSet/>
      <dgm:spPr/>
      <dgm:t>
        <a:bodyPr/>
        <a:lstStyle/>
        <a:p>
          <a:r>
            <a:rPr lang="en-GB"/>
            <a:t>Adapts to user patterns over time</a:t>
          </a:r>
          <a:endParaRPr lang="en-US"/>
        </a:p>
      </dgm:t>
    </dgm:pt>
    <dgm:pt modelId="{39F0F134-943F-4E9B-B521-BB3BFF05300E}" type="parTrans" cxnId="{03D655F9-641E-4007-B1C8-1A192E1A27E8}">
      <dgm:prSet/>
      <dgm:spPr/>
      <dgm:t>
        <a:bodyPr/>
        <a:lstStyle/>
        <a:p>
          <a:endParaRPr lang="en-US"/>
        </a:p>
      </dgm:t>
    </dgm:pt>
    <dgm:pt modelId="{3951ED3A-C731-4018-BF63-EFD48ADF0D6C}" type="sibTrans" cxnId="{03D655F9-641E-4007-B1C8-1A192E1A27E8}">
      <dgm:prSet/>
      <dgm:spPr/>
      <dgm:t>
        <a:bodyPr/>
        <a:lstStyle/>
        <a:p>
          <a:endParaRPr lang="en-US"/>
        </a:p>
      </dgm:t>
    </dgm:pt>
    <dgm:pt modelId="{007CD930-5EE4-4AD9-B308-CBE994062CC2}" type="pres">
      <dgm:prSet presAssocID="{AFA06E40-05B6-4A58-8888-F6805D97C799}" presName="outerComposite" presStyleCnt="0">
        <dgm:presLayoutVars>
          <dgm:chMax val="5"/>
          <dgm:dir/>
          <dgm:resizeHandles val="exact"/>
        </dgm:presLayoutVars>
      </dgm:prSet>
      <dgm:spPr/>
    </dgm:pt>
    <dgm:pt modelId="{9549903E-00D6-4F12-9B83-D95EFF018961}" type="pres">
      <dgm:prSet presAssocID="{AFA06E40-05B6-4A58-8888-F6805D97C799}" presName="dummyMaxCanvas" presStyleCnt="0">
        <dgm:presLayoutVars/>
      </dgm:prSet>
      <dgm:spPr/>
    </dgm:pt>
    <dgm:pt modelId="{F3D9EFA8-8466-4AB8-BEF7-C5F49F946AEA}" type="pres">
      <dgm:prSet presAssocID="{AFA06E40-05B6-4A58-8888-F6805D97C799}" presName="FiveNodes_1" presStyleLbl="node1" presStyleIdx="0" presStyleCnt="5">
        <dgm:presLayoutVars>
          <dgm:bulletEnabled val="1"/>
        </dgm:presLayoutVars>
      </dgm:prSet>
      <dgm:spPr/>
    </dgm:pt>
    <dgm:pt modelId="{99F364CA-ABD3-4672-A607-FDB673856798}" type="pres">
      <dgm:prSet presAssocID="{AFA06E40-05B6-4A58-8888-F6805D97C799}" presName="FiveNodes_2" presStyleLbl="node1" presStyleIdx="1" presStyleCnt="5">
        <dgm:presLayoutVars>
          <dgm:bulletEnabled val="1"/>
        </dgm:presLayoutVars>
      </dgm:prSet>
      <dgm:spPr/>
    </dgm:pt>
    <dgm:pt modelId="{0A682BCD-AFB6-4576-92E0-79F6D0393C5F}" type="pres">
      <dgm:prSet presAssocID="{AFA06E40-05B6-4A58-8888-F6805D97C799}" presName="FiveNodes_3" presStyleLbl="node1" presStyleIdx="2" presStyleCnt="5">
        <dgm:presLayoutVars>
          <dgm:bulletEnabled val="1"/>
        </dgm:presLayoutVars>
      </dgm:prSet>
      <dgm:spPr/>
    </dgm:pt>
    <dgm:pt modelId="{81EF4838-EC31-4BC0-8FAC-4662007E087E}" type="pres">
      <dgm:prSet presAssocID="{AFA06E40-05B6-4A58-8888-F6805D97C799}" presName="FiveNodes_4" presStyleLbl="node1" presStyleIdx="3" presStyleCnt="5">
        <dgm:presLayoutVars>
          <dgm:bulletEnabled val="1"/>
        </dgm:presLayoutVars>
      </dgm:prSet>
      <dgm:spPr/>
    </dgm:pt>
    <dgm:pt modelId="{E684079E-DAFC-4B86-A4ED-F15FF67D9CB8}" type="pres">
      <dgm:prSet presAssocID="{AFA06E40-05B6-4A58-8888-F6805D97C799}" presName="FiveNodes_5" presStyleLbl="node1" presStyleIdx="4" presStyleCnt="5">
        <dgm:presLayoutVars>
          <dgm:bulletEnabled val="1"/>
        </dgm:presLayoutVars>
      </dgm:prSet>
      <dgm:spPr/>
    </dgm:pt>
    <dgm:pt modelId="{874DDB7A-FD83-43C9-968F-8348BBCA6509}" type="pres">
      <dgm:prSet presAssocID="{AFA06E40-05B6-4A58-8888-F6805D97C799}" presName="FiveConn_1-2" presStyleLbl="fgAccFollowNode1" presStyleIdx="0" presStyleCnt="4">
        <dgm:presLayoutVars>
          <dgm:bulletEnabled val="1"/>
        </dgm:presLayoutVars>
      </dgm:prSet>
      <dgm:spPr/>
    </dgm:pt>
    <dgm:pt modelId="{C3A9AD4A-4A63-4826-93F7-592791DE846D}" type="pres">
      <dgm:prSet presAssocID="{AFA06E40-05B6-4A58-8888-F6805D97C799}" presName="FiveConn_2-3" presStyleLbl="fgAccFollowNode1" presStyleIdx="1" presStyleCnt="4">
        <dgm:presLayoutVars>
          <dgm:bulletEnabled val="1"/>
        </dgm:presLayoutVars>
      </dgm:prSet>
      <dgm:spPr/>
    </dgm:pt>
    <dgm:pt modelId="{FC8814A9-5087-4FC1-98AD-8936EF459C53}" type="pres">
      <dgm:prSet presAssocID="{AFA06E40-05B6-4A58-8888-F6805D97C799}" presName="FiveConn_3-4" presStyleLbl="fgAccFollowNode1" presStyleIdx="2" presStyleCnt="4">
        <dgm:presLayoutVars>
          <dgm:bulletEnabled val="1"/>
        </dgm:presLayoutVars>
      </dgm:prSet>
      <dgm:spPr/>
    </dgm:pt>
    <dgm:pt modelId="{A8A03A5F-15D4-4DC3-9672-9F95E829AF08}" type="pres">
      <dgm:prSet presAssocID="{AFA06E40-05B6-4A58-8888-F6805D97C799}" presName="FiveConn_4-5" presStyleLbl="fgAccFollowNode1" presStyleIdx="3" presStyleCnt="4">
        <dgm:presLayoutVars>
          <dgm:bulletEnabled val="1"/>
        </dgm:presLayoutVars>
      </dgm:prSet>
      <dgm:spPr/>
    </dgm:pt>
    <dgm:pt modelId="{B6F0DF9E-889C-418F-8E14-BB664B3E38D3}" type="pres">
      <dgm:prSet presAssocID="{AFA06E40-05B6-4A58-8888-F6805D97C799}" presName="FiveNodes_1_text" presStyleLbl="node1" presStyleIdx="4" presStyleCnt="5">
        <dgm:presLayoutVars>
          <dgm:bulletEnabled val="1"/>
        </dgm:presLayoutVars>
      </dgm:prSet>
      <dgm:spPr/>
    </dgm:pt>
    <dgm:pt modelId="{B0C44F66-4221-4BB3-B944-EC96AC3AA9C9}" type="pres">
      <dgm:prSet presAssocID="{AFA06E40-05B6-4A58-8888-F6805D97C799}" presName="FiveNodes_2_text" presStyleLbl="node1" presStyleIdx="4" presStyleCnt="5">
        <dgm:presLayoutVars>
          <dgm:bulletEnabled val="1"/>
        </dgm:presLayoutVars>
      </dgm:prSet>
      <dgm:spPr/>
    </dgm:pt>
    <dgm:pt modelId="{126C9357-E122-4E99-930B-7BA2F6ACF03A}" type="pres">
      <dgm:prSet presAssocID="{AFA06E40-05B6-4A58-8888-F6805D97C799}" presName="FiveNodes_3_text" presStyleLbl="node1" presStyleIdx="4" presStyleCnt="5">
        <dgm:presLayoutVars>
          <dgm:bulletEnabled val="1"/>
        </dgm:presLayoutVars>
      </dgm:prSet>
      <dgm:spPr/>
    </dgm:pt>
    <dgm:pt modelId="{5994EB21-21EC-4FE1-B180-E900CD456DAD}" type="pres">
      <dgm:prSet presAssocID="{AFA06E40-05B6-4A58-8888-F6805D97C799}" presName="FiveNodes_4_text" presStyleLbl="node1" presStyleIdx="4" presStyleCnt="5">
        <dgm:presLayoutVars>
          <dgm:bulletEnabled val="1"/>
        </dgm:presLayoutVars>
      </dgm:prSet>
      <dgm:spPr/>
    </dgm:pt>
    <dgm:pt modelId="{B55742FB-C451-41D6-AF92-D28E0D776F15}" type="pres">
      <dgm:prSet presAssocID="{AFA06E40-05B6-4A58-8888-F6805D97C79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C575D05-452C-4FE7-918D-2A56612C1C33}" type="presOf" srcId="{02E3A216-183F-42E4-8124-17094EAC88F7}" destId="{874DDB7A-FD83-43C9-968F-8348BBCA6509}" srcOrd="0" destOrd="0" presId="urn:microsoft.com/office/officeart/2005/8/layout/vProcess5"/>
    <dgm:cxn modelId="{A9654B09-BAED-41FB-99BD-73B94617EB81}" srcId="{AFA06E40-05B6-4A58-8888-F6805D97C799}" destId="{DA427EA4-A0BD-4D57-9B3D-966CA244AF0E}" srcOrd="3" destOrd="0" parTransId="{1ED9C636-85C2-481F-80B3-A2847AF36443}" sibTransId="{8156E576-885C-4201-A712-0701A264784A}"/>
    <dgm:cxn modelId="{B7E16111-2943-4ED9-8307-B338ECF745EE}" type="presOf" srcId="{6E516B96-C1FF-4BAA-9C66-D1BFF1FD662D}" destId="{B6F0DF9E-889C-418F-8E14-BB664B3E38D3}" srcOrd="1" destOrd="0" presId="urn:microsoft.com/office/officeart/2005/8/layout/vProcess5"/>
    <dgm:cxn modelId="{A6219515-26E0-464E-A0AA-4163C9AC129C}" type="presOf" srcId="{143D9803-C62C-4E2A-8849-1E63D1AB7902}" destId="{99F364CA-ABD3-4672-A607-FDB673856798}" srcOrd="0" destOrd="0" presId="urn:microsoft.com/office/officeart/2005/8/layout/vProcess5"/>
    <dgm:cxn modelId="{0437D916-0008-4ED7-A960-85932ABE8077}" type="presOf" srcId="{96F8B810-8CFC-4B04-91F6-B0858CD0CF37}" destId="{B55742FB-C451-41D6-AF92-D28E0D776F15}" srcOrd="1" destOrd="0" presId="urn:microsoft.com/office/officeart/2005/8/layout/vProcess5"/>
    <dgm:cxn modelId="{28B04A1D-C685-4E62-AA5D-A0ADEBCD971A}" type="presOf" srcId="{726C1A6F-FC3C-4357-AC79-6EF3B958A495}" destId="{126C9357-E122-4E99-930B-7BA2F6ACF03A}" srcOrd="1" destOrd="0" presId="urn:microsoft.com/office/officeart/2005/8/layout/vProcess5"/>
    <dgm:cxn modelId="{90214139-4FA6-4731-A8B0-485D548537E2}" srcId="{AFA06E40-05B6-4A58-8888-F6805D97C799}" destId="{6E516B96-C1FF-4BAA-9C66-D1BFF1FD662D}" srcOrd="0" destOrd="0" parTransId="{0AB77FBB-0A9F-45D0-817A-459A7E9B3D8D}" sibTransId="{02E3A216-183F-42E4-8124-17094EAC88F7}"/>
    <dgm:cxn modelId="{8AB85540-EFDA-4BE5-A89A-8E46EE1536F2}" srcId="{AFA06E40-05B6-4A58-8888-F6805D97C799}" destId="{726C1A6F-FC3C-4357-AC79-6EF3B958A495}" srcOrd="2" destOrd="0" parTransId="{E9AB789D-C74D-4DD3-A1DE-E1D7545DEE5E}" sibTransId="{CBFD414F-F12C-4918-8980-4E2C9D697315}"/>
    <dgm:cxn modelId="{DB72D45F-3465-454F-A083-052721D42802}" type="presOf" srcId="{143D9803-C62C-4E2A-8849-1E63D1AB7902}" destId="{B0C44F66-4221-4BB3-B944-EC96AC3AA9C9}" srcOrd="1" destOrd="0" presId="urn:microsoft.com/office/officeart/2005/8/layout/vProcess5"/>
    <dgm:cxn modelId="{29F1FD46-6944-4BEE-BACC-75F8ECB34DD2}" type="presOf" srcId="{726C1A6F-FC3C-4357-AC79-6EF3B958A495}" destId="{0A682BCD-AFB6-4576-92E0-79F6D0393C5F}" srcOrd="0" destOrd="0" presId="urn:microsoft.com/office/officeart/2005/8/layout/vProcess5"/>
    <dgm:cxn modelId="{3C25A94E-0099-4B8E-85D0-D5DF0A8AF929}" type="presOf" srcId="{CBFD414F-F12C-4918-8980-4E2C9D697315}" destId="{FC8814A9-5087-4FC1-98AD-8936EF459C53}" srcOrd="0" destOrd="0" presId="urn:microsoft.com/office/officeart/2005/8/layout/vProcess5"/>
    <dgm:cxn modelId="{C7EC3F7F-E346-4495-8D24-6BD472E89555}" type="presOf" srcId="{96F8B810-8CFC-4B04-91F6-B0858CD0CF37}" destId="{E684079E-DAFC-4B86-A4ED-F15FF67D9CB8}" srcOrd="0" destOrd="0" presId="urn:microsoft.com/office/officeart/2005/8/layout/vProcess5"/>
    <dgm:cxn modelId="{4C9D9E8A-41B6-4B02-BA86-41BAA77945AD}" type="presOf" srcId="{AFA06E40-05B6-4A58-8888-F6805D97C799}" destId="{007CD930-5EE4-4AD9-B308-CBE994062CC2}" srcOrd="0" destOrd="0" presId="urn:microsoft.com/office/officeart/2005/8/layout/vProcess5"/>
    <dgm:cxn modelId="{C7DB418E-825E-4A6C-9A3D-B9DF1D319697}" type="presOf" srcId="{DA427EA4-A0BD-4D57-9B3D-966CA244AF0E}" destId="{5994EB21-21EC-4FE1-B180-E900CD456DAD}" srcOrd="1" destOrd="0" presId="urn:microsoft.com/office/officeart/2005/8/layout/vProcess5"/>
    <dgm:cxn modelId="{C6FDFBB6-4A47-48C5-A312-F35C40FC9100}" type="presOf" srcId="{8156E576-885C-4201-A712-0701A264784A}" destId="{A8A03A5F-15D4-4DC3-9672-9F95E829AF08}" srcOrd="0" destOrd="0" presId="urn:microsoft.com/office/officeart/2005/8/layout/vProcess5"/>
    <dgm:cxn modelId="{D4ABF5C1-EC84-4CEC-87D5-8AB0235B21E0}" type="presOf" srcId="{DA427EA4-A0BD-4D57-9B3D-966CA244AF0E}" destId="{81EF4838-EC31-4BC0-8FAC-4662007E087E}" srcOrd="0" destOrd="0" presId="urn:microsoft.com/office/officeart/2005/8/layout/vProcess5"/>
    <dgm:cxn modelId="{DB2CB8C7-53A6-412C-9B0E-3DD694489674}" type="presOf" srcId="{6E516B96-C1FF-4BAA-9C66-D1BFF1FD662D}" destId="{F3D9EFA8-8466-4AB8-BEF7-C5F49F946AEA}" srcOrd="0" destOrd="0" presId="urn:microsoft.com/office/officeart/2005/8/layout/vProcess5"/>
    <dgm:cxn modelId="{62F0E0C7-7689-4370-8063-51FCDB4F736D}" srcId="{AFA06E40-05B6-4A58-8888-F6805D97C799}" destId="{143D9803-C62C-4E2A-8849-1E63D1AB7902}" srcOrd="1" destOrd="0" parTransId="{97FDB433-9427-4EE5-A8CA-77C6169E5FBD}" sibTransId="{2A82018F-9C8E-439F-AD8A-59E42816E60A}"/>
    <dgm:cxn modelId="{1FDC5ECF-AD49-4B0E-A5F6-D8C63866DB82}" type="presOf" srcId="{2A82018F-9C8E-439F-AD8A-59E42816E60A}" destId="{C3A9AD4A-4A63-4826-93F7-592791DE846D}" srcOrd="0" destOrd="0" presId="urn:microsoft.com/office/officeart/2005/8/layout/vProcess5"/>
    <dgm:cxn modelId="{03D655F9-641E-4007-B1C8-1A192E1A27E8}" srcId="{AFA06E40-05B6-4A58-8888-F6805D97C799}" destId="{96F8B810-8CFC-4B04-91F6-B0858CD0CF37}" srcOrd="4" destOrd="0" parTransId="{39F0F134-943F-4E9B-B521-BB3BFF05300E}" sibTransId="{3951ED3A-C731-4018-BF63-EFD48ADF0D6C}"/>
    <dgm:cxn modelId="{A6F7EBC0-1B21-48FD-8D69-73F313DFB17D}" type="presParOf" srcId="{007CD930-5EE4-4AD9-B308-CBE994062CC2}" destId="{9549903E-00D6-4F12-9B83-D95EFF018961}" srcOrd="0" destOrd="0" presId="urn:microsoft.com/office/officeart/2005/8/layout/vProcess5"/>
    <dgm:cxn modelId="{F225ACD3-881E-42D5-8825-46492F3C425C}" type="presParOf" srcId="{007CD930-5EE4-4AD9-B308-CBE994062CC2}" destId="{F3D9EFA8-8466-4AB8-BEF7-C5F49F946AEA}" srcOrd="1" destOrd="0" presId="urn:microsoft.com/office/officeart/2005/8/layout/vProcess5"/>
    <dgm:cxn modelId="{0EC9E30F-A1B3-428C-A424-471D11ED7B1A}" type="presParOf" srcId="{007CD930-5EE4-4AD9-B308-CBE994062CC2}" destId="{99F364CA-ABD3-4672-A607-FDB673856798}" srcOrd="2" destOrd="0" presId="urn:microsoft.com/office/officeart/2005/8/layout/vProcess5"/>
    <dgm:cxn modelId="{B59D8499-3BD3-4D58-9DE9-B21BEB48182A}" type="presParOf" srcId="{007CD930-5EE4-4AD9-B308-CBE994062CC2}" destId="{0A682BCD-AFB6-4576-92E0-79F6D0393C5F}" srcOrd="3" destOrd="0" presId="urn:microsoft.com/office/officeart/2005/8/layout/vProcess5"/>
    <dgm:cxn modelId="{FD77AFA6-156C-4658-B503-2C0315EA22A4}" type="presParOf" srcId="{007CD930-5EE4-4AD9-B308-CBE994062CC2}" destId="{81EF4838-EC31-4BC0-8FAC-4662007E087E}" srcOrd="4" destOrd="0" presId="urn:microsoft.com/office/officeart/2005/8/layout/vProcess5"/>
    <dgm:cxn modelId="{4121B23F-5621-4E34-8150-9DDDC0712141}" type="presParOf" srcId="{007CD930-5EE4-4AD9-B308-CBE994062CC2}" destId="{E684079E-DAFC-4B86-A4ED-F15FF67D9CB8}" srcOrd="5" destOrd="0" presId="urn:microsoft.com/office/officeart/2005/8/layout/vProcess5"/>
    <dgm:cxn modelId="{F6FF0A57-BD4A-4FA3-B846-31A4E4A2C1F4}" type="presParOf" srcId="{007CD930-5EE4-4AD9-B308-CBE994062CC2}" destId="{874DDB7A-FD83-43C9-968F-8348BBCA6509}" srcOrd="6" destOrd="0" presId="urn:microsoft.com/office/officeart/2005/8/layout/vProcess5"/>
    <dgm:cxn modelId="{D5DC45BD-DE09-46F8-B26A-4D9746FB81D2}" type="presParOf" srcId="{007CD930-5EE4-4AD9-B308-CBE994062CC2}" destId="{C3A9AD4A-4A63-4826-93F7-592791DE846D}" srcOrd="7" destOrd="0" presId="urn:microsoft.com/office/officeart/2005/8/layout/vProcess5"/>
    <dgm:cxn modelId="{8E3A46AA-C099-410B-B511-3A6C471C5A95}" type="presParOf" srcId="{007CD930-5EE4-4AD9-B308-CBE994062CC2}" destId="{FC8814A9-5087-4FC1-98AD-8936EF459C53}" srcOrd="8" destOrd="0" presId="urn:microsoft.com/office/officeart/2005/8/layout/vProcess5"/>
    <dgm:cxn modelId="{E04155F4-C030-4D0E-BE77-50224021F877}" type="presParOf" srcId="{007CD930-5EE4-4AD9-B308-CBE994062CC2}" destId="{A8A03A5F-15D4-4DC3-9672-9F95E829AF08}" srcOrd="9" destOrd="0" presId="urn:microsoft.com/office/officeart/2005/8/layout/vProcess5"/>
    <dgm:cxn modelId="{13FF3013-D0AF-4788-BE90-952595D3A9E9}" type="presParOf" srcId="{007CD930-5EE4-4AD9-B308-CBE994062CC2}" destId="{B6F0DF9E-889C-418F-8E14-BB664B3E38D3}" srcOrd="10" destOrd="0" presId="urn:microsoft.com/office/officeart/2005/8/layout/vProcess5"/>
    <dgm:cxn modelId="{0C8DBA1E-4A2C-4B47-BCD5-E14D0309F072}" type="presParOf" srcId="{007CD930-5EE4-4AD9-B308-CBE994062CC2}" destId="{B0C44F66-4221-4BB3-B944-EC96AC3AA9C9}" srcOrd="11" destOrd="0" presId="urn:microsoft.com/office/officeart/2005/8/layout/vProcess5"/>
    <dgm:cxn modelId="{9ED92C0A-E0D9-4559-800D-E18606FC29C8}" type="presParOf" srcId="{007CD930-5EE4-4AD9-B308-CBE994062CC2}" destId="{126C9357-E122-4E99-930B-7BA2F6ACF03A}" srcOrd="12" destOrd="0" presId="urn:microsoft.com/office/officeart/2005/8/layout/vProcess5"/>
    <dgm:cxn modelId="{76F21CE5-6954-4816-85F2-FF9787A0CFBA}" type="presParOf" srcId="{007CD930-5EE4-4AD9-B308-CBE994062CC2}" destId="{5994EB21-21EC-4FE1-B180-E900CD456DAD}" srcOrd="13" destOrd="0" presId="urn:microsoft.com/office/officeart/2005/8/layout/vProcess5"/>
    <dgm:cxn modelId="{F9D06E9B-1454-44AE-ADCC-2A57E19A2869}" type="presParOf" srcId="{007CD930-5EE4-4AD9-B308-CBE994062CC2}" destId="{B55742FB-C451-41D6-AF92-D28E0D776F1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E0726ED-A045-46BC-B12D-0BAC218DD34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FB16EE-ADF1-498D-93A8-8D2BDC62F029}">
      <dgm:prSet/>
      <dgm:spPr/>
      <dgm:t>
        <a:bodyPr/>
        <a:lstStyle/>
        <a:p>
          <a:r>
            <a:rPr lang="en-US" b="1"/>
            <a:t>Instant assistive tool windows</a:t>
          </a:r>
          <a:endParaRPr lang="en-US"/>
        </a:p>
      </dgm:t>
    </dgm:pt>
    <dgm:pt modelId="{C76C7BA9-8A7D-457F-8564-FC05197DDD96}" type="parTrans" cxnId="{B642296D-2AE6-49CA-AE1E-9613401B79A5}">
      <dgm:prSet/>
      <dgm:spPr/>
      <dgm:t>
        <a:bodyPr/>
        <a:lstStyle/>
        <a:p>
          <a:endParaRPr lang="en-US"/>
        </a:p>
      </dgm:t>
    </dgm:pt>
    <dgm:pt modelId="{D56F2F15-A892-44D9-83D8-A9006FDFA084}" type="sibTrans" cxnId="{B642296D-2AE6-49CA-AE1E-9613401B79A5}">
      <dgm:prSet/>
      <dgm:spPr/>
      <dgm:t>
        <a:bodyPr/>
        <a:lstStyle/>
        <a:p>
          <a:endParaRPr lang="en-US"/>
        </a:p>
      </dgm:t>
    </dgm:pt>
    <dgm:pt modelId="{6CCA696E-71D1-497A-82BD-F15CFE555733}">
      <dgm:prSet/>
      <dgm:spPr/>
      <dgm:t>
        <a:bodyPr/>
        <a:lstStyle/>
        <a:p>
          <a:r>
            <a:rPr lang="en-US"/>
            <a:t>Linux‑style tiling manager</a:t>
          </a:r>
        </a:p>
      </dgm:t>
    </dgm:pt>
    <dgm:pt modelId="{0D65CEC4-CD29-47BA-8613-994223DC6962}" type="parTrans" cxnId="{FC14E02E-E72C-4B06-BFE7-88DCA0887FA1}">
      <dgm:prSet/>
      <dgm:spPr/>
      <dgm:t>
        <a:bodyPr/>
        <a:lstStyle/>
        <a:p>
          <a:endParaRPr lang="en-US"/>
        </a:p>
      </dgm:t>
    </dgm:pt>
    <dgm:pt modelId="{2872061C-CC3F-4B4F-9976-E4DE73747355}" type="sibTrans" cxnId="{FC14E02E-E72C-4B06-BFE7-88DCA0887FA1}">
      <dgm:prSet/>
      <dgm:spPr/>
      <dgm:t>
        <a:bodyPr/>
        <a:lstStyle/>
        <a:p>
          <a:endParaRPr lang="en-US"/>
        </a:p>
      </dgm:t>
    </dgm:pt>
    <dgm:pt modelId="{D9AC1E80-7EC6-4492-8290-84DF7D26CC1D}">
      <dgm:prSet/>
      <dgm:spPr/>
      <dgm:t>
        <a:bodyPr/>
        <a:lstStyle/>
        <a:p>
          <a:r>
            <a:rPr lang="en-US"/>
            <a:t>Automatic workflow organisation</a:t>
          </a:r>
        </a:p>
      </dgm:t>
    </dgm:pt>
    <dgm:pt modelId="{E7BCB6BB-9AE4-4425-9FAA-B6FF8FC8ACF0}" type="parTrans" cxnId="{CC53705B-5C65-4F25-8A76-E8896765713A}">
      <dgm:prSet/>
      <dgm:spPr/>
      <dgm:t>
        <a:bodyPr/>
        <a:lstStyle/>
        <a:p>
          <a:endParaRPr lang="en-US"/>
        </a:p>
      </dgm:t>
    </dgm:pt>
    <dgm:pt modelId="{BAC0AB3B-3F7C-44AD-9B0D-5A735B7242BB}" type="sibTrans" cxnId="{CC53705B-5C65-4F25-8A76-E8896765713A}">
      <dgm:prSet/>
      <dgm:spPr/>
      <dgm:t>
        <a:bodyPr/>
        <a:lstStyle/>
        <a:p>
          <a:endParaRPr lang="en-US"/>
        </a:p>
      </dgm:t>
    </dgm:pt>
    <dgm:pt modelId="{C800580E-AADF-45F9-A4C5-4A6E8DB280B2}">
      <dgm:prSet/>
      <dgm:spPr/>
      <dgm:t>
        <a:bodyPr/>
        <a:lstStyle/>
        <a:p>
          <a:r>
            <a:rPr lang="en-US"/>
            <a:t>Adapts to user activity</a:t>
          </a:r>
        </a:p>
      </dgm:t>
    </dgm:pt>
    <dgm:pt modelId="{B43C7CD3-FC6A-46A8-94BF-994243E981AF}" type="parTrans" cxnId="{D7C4B672-8364-4F53-A656-BFDF572DC3E3}">
      <dgm:prSet/>
      <dgm:spPr/>
      <dgm:t>
        <a:bodyPr/>
        <a:lstStyle/>
        <a:p>
          <a:endParaRPr lang="en-US"/>
        </a:p>
      </dgm:t>
    </dgm:pt>
    <dgm:pt modelId="{F21B1D5F-1DD3-43D1-AB0B-51876807E507}" type="sibTrans" cxnId="{D7C4B672-8364-4F53-A656-BFDF572DC3E3}">
      <dgm:prSet/>
      <dgm:spPr/>
      <dgm:t>
        <a:bodyPr/>
        <a:lstStyle/>
        <a:p>
          <a:endParaRPr lang="en-US"/>
        </a:p>
      </dgm:t>
    </dgm:pt>
    <dgm:pt modelId="{11CC0576-1344-45D5-A944-8BC28159098E}">
      <dgm:prSet/>
      <dgm:spPr/>
      <dgm:t>
        <a:bodyPr/>
        <a:lstStyle/>
        <a:p>
          <a:r>
            <a:rPr lang="en-US"/>
            <a:t>Manipulation through customisable combinations</a:t>
          </a:r>
        </a:p>
      </dgm:t>
    </dgm:pt>
    <dgm:pt modelId="{5EFF8669-86D2-4081-958C-1FD13333DE4C}" type="parTrans" cxnId="{01BE5A56-15C2-4B0E-8ECB-D64E8095652C}">
      <dgm:prSet/>
      <dgm:spPr/>
      <dgm:t>
        <a:bodyPr/>
        <a:lstStyle/>
        <a:p>
          <a:endParaRPr lang="en-US"/>
        </a:p>
      </dgm:t>
    </dgm:pt>
    <dgm:pt modelId="{72855310-8F91-40BD-BA62-DE7D0BF05C38}" type="sibTrans" cxnId="{01BE5A56-15C2-4B0E-8ECB-D64E8095652C}">
      <dgm:prSet/>
      <dgm:spPr/>
      <dgm:t>
        <a:bodyPr/>
        <a:lstStyle/>
        <a:p>
          <a:endParaRPr lang="en-US"/>
        </a:p>
      </dgm:t>
    </dgm:pt>
    <dgm:pt modelId="{4C205CE2-67A9-467D-8BA7-9DCC3773E0F2}">
      <dgm:prSet/>
      <dgm:spPr/>
      <dgm:t>
        <a:bodyPr/>
        <a:lstStyle/>
        <a:p>
          <a:r>
            <a:rPr lang="en-US" b="1"/>
            <a:t>For professionals</a:t>
          </a:r>
          <a:endParaRPr lang="en-US"/>
        </a:p>
      </dgm:t>
    </dgm:pt>
    <dgm:pt modelId="{DADFF42B-5547-4BBB-8ADF-BF5AC7CC8D3B}" type="parTrans" cxnId="{49149F16-80FE-454D-AFD9-0016134C3870}">
      <dgm:prSet/>
      <dgm:spPr/>
      <dgm:t>
        <a:bodyPr/>
        <a:lstStyle/>
        <a:p>
          <a:endParaRPr lang="en-US"/>
        </a:p>
      </dgm:t>
    </dgm:pt>
    <dgm:pt modelId="{BD39B1C8-F0E8-45F1-98B0-AA90CB53BD66}" type="sibTrans" cxnId="{49149F16-80FE-454D-AFD9-0016134C3870}">
      <dgm:prSet/>
      <dgm:spPr/>
      <dgm:t>
        <a:bodyPr/>
        <a:lstStyle/>
        <a:p>
          <a:endParaRPr lang="en-US"/>
        </a:p>
      </dgm:t>
    </dgm:pt>
    <dgm:pt modelId="{8EA76559-A0B5-4B91-8A8D-81DC16700EE5}">
      <dgm:prSet/>
      <dgm:spPr/>
      <dgm:t>
        <a:bodyPr/>
        <a:lstStyle/>
        <a:p>
          <a:r>
            <a:rPr lang="en-US"/>
            <a:t>Developers</a:t>
          </a:r>
        </a:p>
      </dgm:t>
    </dgm:pt>
    <dgm:pt modelId="{9F8575B6-589A-4149-9E26-E545D9576B53}" type="parTrans" cxnId="{A6CE6C3A-643C-43ED-9CC4-7FF1D36F45C5}">
      <dgm:prSet/>
      <dgm:spPr/>
      <dgm:t>
        <a:bodyPr/>
        <a:lstStyle/>
        <a:p>
          <a:endParaRPr lang="en-US"/>
        </a:p>
      </dgm:t>
    </dgm:pt>
    <dgm:pt modelId="{BF86933D-3C35-4711-87D4-85AFC6828B2E}" type="sibTrans" cxnId="{A6CE6C3A-643C-43ED-9CC4-7FF1D36F45C5}">
      <dgm:prSet/>
      <dgm:spPr/>
      <dgm:t>
        <a:bodyPr/>
        <a:lstStyle/>
        <a:p>
          <a:endParaRPr lang="en-US"/>
        </a:p>
      </dgm:t>
    </dgm:pt>
    <dgm:pt modelId="{F919F82B-AD9F-405B-AAA3-15AD374A4C08}">
      <dgm:prSet/>
      <dgm:spPr/>
      <dgm:t>
        <a:bodyPr/>
        <a:lstStyle/>
        <a:p>
          <a:r>
            <a:rPr lang="en-US"/>
            <a:t>Project managers</a:t>
          </a:r>
        </a:p>
      </dgm:t>
    </dgm:pt>
    <dgm:pt modelId="{8A2EFC26-07C7-453D-995C-FC5E55E55A41}" type="parTrans" cxnId="{09FBED87-077C-44D9-8AC2-0AACBE14A064}">
      <dgm:prSet/>
      <dgm:spPr/>
      <dgm:t>
        <a:bodyPr/>
        <a:lstStyle/>
        <a:p>
          <a:endParaRPr lang="en-US"/>
        </a:p>
      </dgm:t>
    </dgm:pt>
    <dgm:pt modelId="{45F6D3B5-B32E-4B72-89E2-76ED9044084D}" type="sibTrans" cxnId="{09FBED87-077C-44D9-8AC2-0AACBE14A064}">
      <dgm:prSet/>
      <dgm:spPr/>
      <dgm:t>
        <a:bodyPr/>
        <a:lstStyle/>
        <a:p>
          <a:endParaRPr lang="en-US"/>
        </a:p>
      </dgm:t>
    </dgm:pt>
    <dgm:pt modelId="{F42936F0-C40C-48D6-A1D8-524F02BA281B}">
      <dgm:prSet/>
      <dgm:spPr/>
      <dgm:t>
        <a:bodyPr/>
        <a:lstStyle/>
        <a:p>
          <a:r>
            <a:rPr lang="en-US"/>
            <a:t>General productivity users</a:t>
          </a:r>
        </a:p>
      </dgm:t>
    </dgm:pt>
    <dgm:pt modelId="{54F0098B-82C1-456E-9B76-E111A0B52262}" type="parTrans" cxnId="{EB1F4CF2-8F6F-4104-89BA-78103F02BD66}">
      <dgm:prSet/>
      <dgm:spPr/>
      <dgm:t>
        <a:bodyPr/>
        <a:lstStyle/>
        <a:p>
          <a:endParaRPr lang="en-US"/>
        </a:p>
      </dgm:t>
    </dgm:pt>
    <dgm:pt modelId="{FD45C09D-9B87-4C7B-870A-508AFCE5EF87}" type="sibTrans" cxnId="{EB1F4CF2-8F6F-4104-89BA-78103F02BD66}">
      <dgm:prSet/>
      <dgm:spPr/>
      <dgm:t>
        <a:bodyPr/>
        <a:lstStyle/>
        <a:p>
          <a:endParaRPr lang="en-US"/>
        </a:p>
      </dgm:t>
    </dgm:pt>
    <dgm:pt modelId="{9E63CD9F-6954-4A36-9B1F-C5CBA2FB9BBA}">
      <dgm:prSet/>
      <dgm:spPr/>
      <dgm:t>
        <a:bodyPr/>
        <a:lstStyle/>
        <a:p>
          <a:r>
            <a:rPr lang="en-US" b="1"/>
            <a:t>System‑level enhancements</a:t>
          </a:r>
          <a:endParaRPr lang="en-US"/>
        </a:p>
      </dgm:t>
    </dgm:pt>
    <dgm:pt modelId="{8D067026-9124-41D4-AC40-61FA1A6A2C90}" type="parTrans" cxnId="{211A544B-9127-433A-90A6-A0833FD8F758}">
      <dgm:prSet/>
      <dgm:spPr/>
      <dgm:t>
        <a:bodyPr/>
        <a:lstStyle/>
        <a:p>
          <a:endParaRPr lang="en-US"/>
        </a:p>
      </dgm:t>
    </dgm:pt>
    <dgm:pt modelId="{5DD40302-6306-43A1-A47F-56027906673C}" type="sibTrans" cxnId="{211A544B-9127-433A-90A6-A0833FD8F758}">
      <dgm:prSet/>
      <dgm:spPr/>
      <dgm:t>
        <a:bodyPr/>
        <a:lstStyle/>
        <a:p>
          <a:endParaRPr lang="en-US"/>
        </a:p>
      </dgm:t>
    </dgm:pt>
    <dgm:pt modelId="{62445151-C76C-4821-BA58-17FF9591425E}">
      <dgm:prSet/>
      <dgm:spPr/>
      <dgm:t>
        <a:bodyPr/>
        <a:lstStyle/>
        <a:p>
          <a:r>
            <a:rPr lang="en-US"/>
            <a:t>Recover lost functionality</a:t>
          </a:r>
        </a:p>
      </dgm:t>
    </dgm:pt>
    <dgm:pt modelId="{FBA4775C-EF27-4E4A-98F6-843064F10BBE}" type="parTrans" cxnId="{BA69C18A-3F86-4793-82E3-A9C7E24CFCF1}">
      <dgm:prSet/>
      <dgm:spPr/>
      <dgm:t>
        <a:bodyPr/>
        <a:lstStyle/>
        <a:p>
          <a:endParaRPr lang="en-US"/>
        </a:p>
      </dgm:t>
    </dgm:pt>
    <dgm:pt modelId="{0B8725CC-DD3B-4DAD-BDF8-9FEAE0C8082D}" type="sibTrans" cxnId="{BA69C18A-3F86-4793-82E3-A9C7E24CFCF1}">
      <dgm:prSet/>
      <dgm:spPr/>
      <dgm:t>
        <a:bodyPr/>
        <a:lstStyle/>
        <a:p>
          <a:endParaRPr lang="en-US"/>
        </a:p>
      </dgm:t>
    </dgm:pt>
    <dgm:pt modelId="{8F3DDAC3-3E24-409D-B081-1F49CEA91461}">
      <dgm:prSet/>
      <dgm:spPr/>
      <dgm:t>
        <a:bodyPr/>
        <a:lstStyle/>
        <a:p>
          <a:r>
            <a:rPr lang="en-US"/>
            <a:t>Direct low‑level system messages for accessibility</a:t>
          </a:r>
        </a:p>
      </dgm:t>
    </dgm:pt>
    <dgm:pt modelId="{53C655E8-E5A6-47AB-A984-49D858369EBC}" type="parTrans" cxnId="{4AD4E141-F8AF-40CD-A4B0-7BC71B0C5021}">
      <dgm:prSet/>
      <dgm:spPr/>
      <dgm:t>
        <a:bodyPr/>
        <a:lstStyle/>
        <a:p>
          <a:endParaRPr lang="en-US"/>
        </a:p>
      </dgm:t>
    </dgm:pt>
    <dgm:pt modelId="{96EDB97E-6CB8-4E79-94E3-F8D74DE524E2}" type="sibTrans" cxnId="{4AD4E141-F8AF-40CD-A4B0-7BC71B0C5021}">
      <dgm:prSet/>
      <dgm:spPr/>
      <dgm:t>
        <a:bodyPr/>
        <a:lstStyle/>
        <a:p>
          <a:endParaRPr lang="en-US"/>
        </a:p>
      </dgm:t>
    </dgm:pt>
    <dgm:pt modelId="{52E495DE-4BCB-49CF-8F72-A56C6EA5CF12}">
      <dgm:prSet/>
      <dgm:spPr/>
      <dgm:t>
        <a:bodyPr/>
        <a:lstStyle/>
        <a:p>
          <a:r>
            <a:rPr lang="en-US"/>
            <a:t>Cross‑device persistence via postgresql + cloud profiles</a:t>
          </a:r>
        </a:p>
      </dgm:t>
    </dgm:pt>
    <dgm:pt modelId="{DA45D6F9-5A1C-419C-BDD6-815DED13C38F}" type="parTrans" cxnId="{00E4860B-348E-4E52-ACCD-142BF00CB3D8}">
      <dgm:prSet/>
      <dgm:spPr/>
      <dgm:t>
        <a:bodyPr/>
        <a:lstStyle/>
        <a:p>
          <a:endParaRPr lang="en-US"/>
        </a:p>
      </dgm:t>
    </dgm:pt>
    <dgm:pt modelId="{A9AC48EA-1AAC-4A9A-8934-5B8D0AA7D50F}" type="sibTrans" cxnId="{00E4860B-348E-4E52-ACCD-142BF00CB3D8}">
      <dgm:prSet/>
      <dgm:spPr/>
      <dgm:t>
        <a:bodyPr/>
        <a:lstStyle/>
        <a:p>
          <a:endParaRPr lang="en-US"/>
        </a:p>
      </dgm:t>
    </dgm:pt>
    <dgm:pt modelId="{F03895E1-C360-49E8-A8B6-16E0FD15CB60}">
      <dgm:prSet/>
      <dgm:spPr/>
      <dgm:t>
        <a:bodyPr/>
        <a:lstStyle/>
        <a:p>
          <a:r>
            <a:rPr lang="en-US"/>
            <a:t>Swap functionality between devices</a:t>
          </a:r>
        </a:p>
      </dgm:t>
    </dgm:pt>
    <dgm:pt modelId="{85703448-2AE9-4710-A824-330F084AFF1F}" type="parTrans" cxnId="{251BB89A-35CB-4A8F-A482-31CD68B9E36E}">
      <dgm:prSet/>
      <dgm:spPr/>
      <dgm:t>
        <a:bodyPr/>
        <a:lstStyle/>
        <a:p>
          <a:endParaRPr lang="en-US"/>
        </a:p>
      </dgm:t>
    </dgm:pt>
    <dgm:pt modelId="{635A9C0B-DB67-4667-8068-C80B0F193330}" type="sibTrans" cxnId="{251BB89A-35CB-4A8F-A482-31CD68B9E36E}">
      <dgm:prSet/>
      <dgm:spPr/>
      <dgm:t>
        <a:bodyPr/>
        <a:lstStyle/>
        <a:p>
          <a:endParaRPr lang="en-US"/>
        </a:p>
      </dgm:t>
    </dgm:pt>
    <dgm:pt modelId="{B66416D9-64F3-4CE1-8B9F-0E172CBB8C2C}">
      <dgm:prSet/>
      <dgm:spPr/>
      <dgm:t>
        <a:bodyPr/>
        <a:lstStyle/>
        <a:p>
          <a:r>
            <a:rPr lang="en-US"/>
            <a:t>Use one device as another</a:t>
          </a:r>
        </a:p>
      </dgm:t>
    </dgm:pt>
    <dgm:pt modelId="{D1F0ADF1-D9A3-46AE-AFEF-B849EBCB8898}" type="parTrans" cxnId="{D806D2BE-462D-4D4D-9B60-E2D2BCD56E0D}">
      <dgm:prSet/>
      <dgm:spPr/>
      <dgm:t>
        <a:bodyPr/>
        <a:lstStyle/>
        <a:p>
          <a:endParaRPr lang="en-US"/>
        </a:p>
      </dgm:t>
    </dgm:pt>
    <dgm:pt modelId="{6871AAEF-A473-4080-A789-0E7F2C182165}" type="sibTrans" cxnId="{D806D2BE-462D-4D4D-9B60-E2D2BCD56E0D}">
      <dgm:prSet/>
      <dgm:spPr/>
      <dgm:t>
        <a:bodyPr/>
        <a:lstStyle/>
        <a:p>
          <a:endParaRPr lang="en-US"/>
        </a:p>
      </dgm:t>
    </dgm:pt>
    <dgm:pt modelId="{C9F32619-8DA7-40E4-B77F-58432713141A}" type="pres">
      <dgm:prSet presAssocID="{BE0726ED-A045-46BC-B12D-0BAC218DD345}" presName="Name0" presStyleCnt="0">
        <dgm:presLayoutVars>
          <dgm:dir/>
          <dgm:resizeHandles val="exact"/>
        </dgm:presLayoutVars>
      </dgm:prSet>
      <dgm:spPr/>
    </dgm:pt>
    <dgm:pt modelId="{3E04B3AD-BF2E-4DB5-AB6C-9A59D8149503}" type="pres">
      <dgm:prSet presAssocID="{91FB16EE-ADF1-498D-93A8-8D2BDC62F029}" presName="node" presStyleLbl="node1" presStyleIdx="0" presStyleCnt="15">
        <dgm:presLayoutVars>
          <dgm:bulletEnabled val="1"/>
        </dgm:presLayoutVars>
      </dgm:prSet>
      <dgm:spPr/>
    </dgm:pt>
    <dgm:pt modelId="{C47EC806-D479-46EE-9FE0-182098004600}" type="pres">
      <dgm:prSet presAssocID="{D56F2F15-A892-44D9-83D8-A9006FDFA084}" presName="sibTrans" presStyleLbl="sibTrans1D1" presStyleIdx="0" presStyleCnt="14"/>
      <dgm:spPr/>
    </dgm:pt>
    <dgm:pt modelId="{C100DB17-64E2-4FB7-9912-AE399C6E94B7}" type="pres">
      <dgm:prSet presAssocID="{D56F2F15-A892-44D9-83D8-A9006FDFA084}" presName="connectorText" presStyleLbl="sibTrans1D1" presStyleIdx="0" presStyleCnt="14"/>
      <dgm:spPr/>
    </dgm:pt>
    <dgm:pt modelId="{91017511-E677-4B23-88A6-18F8D018BB49}" type="pres">
      <dgm:prSet presAssocID="{6CCA696E-71D1-497A-82BD-F15CFE555733}" presName="node" presStyleLbl="node1" presStyleIdx="1" presStyleCnt="15">
        <dgm:presLayoutVars>
          <dgm:bulletEnabled val="1"/>
        </dgm:presLayoutVars>
      </dgm:prSet>
      <dgm:spPr/>
    </dgm:pt>
    <dgm:pt modelId="{68BC31D4-0CA7-46F1-80BC-03FAA2219956}" type="pres">
      <dgm:prSet presAssocID="{2872061C-CC3F-4B4F-9976-E4DE73747355}" presName="sibTrans" presStyleLbl="sibTrans1D1" presStyleIdx="1" presStyleCnt="14"/>
      <dgm:spPr/>
    </dgm:pt>
    <dgm:pt modelId="{13C0EBE9-C2E4-4919-9B2F-BDB9683495EE}" type="pres">
      <dgm:prSet presAssocID="{2872061C-CC3F-4B4F-9976-E4DE73747355}" presName="connectorText" presStyleLbl="sibTrans1D1" presStyleIdx="1" presStyleCnt="14"/>
      <dgm:spPr/>
    </dgm:pt>
    <dgm:pt modelId="{27185A90-ACB4-4D3B-A0BD-E10F1063D19E}" type="pres">
      <dgm:prSet presAssocID="{D9AC1E80-7EC6-4492-8290-84DF7D26CC1D}" presName="node" presStyleLbl="node1" presStyleIdx="2" presStyleCnt="15">
        <dgm:presLayoutVars>
          <dgm:bulletEnabled val="1"/>
        </dgm:presLayoutVars>
      </dgm:prSet>
      <dgm:spPr/>
    </dgm:pt>
    <dgm:pt modelId="{8064F5EC-1D70-4698-B118-47705E5B1D25}" type="pres">
      <dgm:prSet presAssocID="{BAC0AB3B-3F7C-44AD-9B0D-5A735B7242BB}" presName="sibTrans" presStyleLbl="sibTrans1D1" presStyleIdx="2" presStyleCnt="14"/>
      <dgm:spPr/>
    </dgm:pt>
    <dgm:pt modelId="{90BC5005-838B-431B-9781-84AC696F4C2A}" type="pres">
      <dgm:prSet presAssocID="{BAC0AB3B-3F7C-44AD-9B0D-5A735B7242BB}" presName="connectorText" presStyleLbl="sibTrans1D1" presStyleIdx="2" presStyleCnt="14"/>
      <dgm:spPr/>
    </dgm:pt>
    <dgm:pt modelId="{6F7DB0C8-7394-4408-A7C4-BBB2938E0A04}" type="pres">
      <dgm:prSet presAssocID="{C800580E-AADF-45F9-A4C5-4A6E8DB280B2}" presName="node" presStyleLbl="node1" presStyleIdx="3" presStyleCnt="15">
        <dgm:presLayoutVars>
          <dgm:bulletEnabled val="1"/>
        </dgm:presLayoutVars>
      </dgm:prSet>
      <dgm:spPr/>
    </dgm:pt>
    <dgm:pt modelId="{73D1DA20-D7D5-4373-A656-3325BE3A6828}" type="pres">
      <dgm:prSet presAssocID="{F21B1D5F-1DD3-43D1-AB0B-51876807E507}" presName="sibTrans" presStyleLbl="sibTrans1D1" presStyleIdx="3" presStyleCnt="14"/>
      <dgm:spPr/>
    </dgm:pt>
    <dgm:pt modelId="{26E5CAF8-6B83-4B24-8A5D-A48FCA1701CE}" type="pres">
      <dgm:prSet presAssocID="{F21B1D5F-1DD3-43D1-AB0B-51876807E507}" presName="connectorText" presStyleLbl="sibTrans1D1" presStyleIdx="3" presStyleCnt="14"/>
      <dgm:spPr/>
    </dgm:pt>
    <dgm:pt modelId="{BDCFEEB2-9844-4F9F-8B85-AD736EBED7FD}" type="pres">
      <dgm:prSet presAssocID="{11CC0576-1344-45D5-A944-8BC28159098E}" presName="node" presStyleLbl="node1" presStyleIdx="4" presStyleCnt="15">
        <dgm:presLayoutVars>
          <dgm:bulletEnabled val="1"/>
        </dgm:presLayoutVars>
      </dgm:prSet>
      <dgm:spPr/>
    </dgm:pt>
    <dgm:pt modelId="{9382F164-FBA0-45FD-B6B7-E4538720CC15}" type="pres">
      <dgm:prSet presAssocID="{72855310-8F91-40BD-BA62-DE7D0BF05C38}" presName="sibTrans" presStyleLbl="sibTrans1D1" presStyleIdx="4" presStyleCnt="14"/>
      <dgm:spPr/>
    </dgm:pt>
    <dgm:pt modelId="{F11AAEA1-558C-4CA7-B313-59CCDC5DEB9D}" type="pres">
      <dgm:prSet presAssocID="{72855310-8F91-40BD-BA62-DE7D0BF05C38}" presName="connectorText" presStyleLbl="sibTrans1D1" presStyleIdx="4" presStyleCnt="14"/>
      <dgm:spPr/>
    </dgm:pt>
    <dgm:pt modelId="{40B658A8-A902-451A-9422-D68348A332C7}" type="pres">
      <dgm:prSet presAssocID="{4C205CE2-67A9-467D-8BA7-9DCC3773E0F2}" presName="node" presStyleLbl="node1" presStyleIdx="5" presStyleCnt="15">
        <dgm:presLayoutVars>
          <dgm:bulletEnabled val="1"/>
        </dgm:presLayoutVars>
      </dgm:prSet>
      <dgm:spPr/>
    </dgm:pt>
    <dgm:pt modelId="{D933BCDE-C858-4D5C-AEC3-85D6341FBBA0}" type="pres">
      <dgm:prSet presAssocID="{BD39B1C8-F0E8-45F1-98B0-AA90CB53BD66}" presName="sibTrans" presStyleLbl="sibTrans1D1" presStyleIdx="5" presStyleCnt="14"/>
      <dgm:spPr/>
    </dgm:pt>
    <dgm:pt modelId="{AAEA4E21-54E3-40B1-8207-6D430558836D}" type="pres">
      <dgm:prSet presAssocID="{BD39B1C8-F0E8-45F1-98B0-AA90CB53BD66}" presName="connectorText" presStyleLbl="sibTrans1D1" presStyleIdx="5" presStyleCnt="14"/>
      <dgm:spPr/>
    </dgm:pt>
    <dgm:pt modelId="{14B5686C-21C9-47DC-9E09-864F7CE0CD2B}" type="pres">
      <dgm:prSet presAssocID="{8EA76559-A0B5-4B91-8A8D-81DC16700EE5}" presName="node" presStyleLbl="node1" presStyleIdx="6" presStyleCnt="15">
        <dgm:presLayoutVars>
          <dgm:bulletEnabled val="1"/>
        </dgm:presLayoutVars>
      </dgm:prSet>
      <dgm:spPr/>
    </dgm:pt>
    <dgm:pt modelId="{829989C9-D68C-46F2-80C1-6F3F7DDAB557}" type="pres">
      <dgm:prSet presAssocID="{BF86933D-3C35-4711-87D4-85AFC6828B2E}" presName="sibTrans" presStyleLbl="sibTrans1D1" presStyleIdx="6" presStyleCnt="14"/>
      <dgm:spPr/>
    </dgm:pt>
    <dgm:pt modelId="{A9A4E652-5DA5-4259-8BB0-A8C4A657787A}" type="pres">
      <dgm:prSet presAssocID="{BF86933D-3C35-4711-87D4-85AFC6828B2E}" presName="connectorText" presStyleLbl="sibTrans1D1" presStyleIdx="6" presStyleCnt="14"/>
      <dgm:spPr/>
    </dgm:pt>
    <dgm:pt modelId="{990C4439-502A-48E2-BEE9-E63425656B0A}" type="pres">
      <dgm:prSet presAssocID="{F919F82B-AD9F-405B-AAA3-15AD374A4C08}" presName="node" presStyleLbl="node1" presStyleIdx="7" presStyleCnt="15">
        <dgm:presLayoutVars>
          <dgm:bulletEnabled val="1"/>
        </dgm:presLayoutVars>
      </dgm:prSet>
      <dgm:spPr/>
    </dgm:pt>
    <dgm:pt modelId="{C42B3C4F-097A-41B1-9A11-7EBD683D9130}" type="pres">
      <dgm:prSet presAssocID="{45F6D3B5-B32E-4B72-89E2-76ED9044084D}" presName="sibTrans" presStyleLbl="sibTrans1D1" presStyleIdx="7" presStyleCnt="14"/>
      <dgm:spPr/>
    </dgm:pt>
    <dgm:pt modelId="{B9B4B8DC-EF88-4BD0-9B7E-10396D3BB6A0}" type="pres">
      <dgm:prSet presAssocID="{45F6D3B5-B32E-4B72-89E2-76ED9044084D}" presName="connectorText" presStyleLbl="sibTrans1D1" presStyleIdx="7" presStyleCnt="14"/>
      <dgm:spPr/>
    </dgm:pt>
    <dgm:pt modelId="{B7B17B54-36CE-4D1A-B489-189CC581AC33}" type="pres">
      <dgm:prSet presAssocID="{F42936F0-C40C-48D6-A1D8-524F02BA281B}" presName="node" presStyleLbl="node1" presStyleIdx="8" presStyleCnt="15">
        <dgm:presLayoutVars>
          <dgm:bulletEnabled val="1"/>
        </dgm:presLayoutVars>
      </dgm:prSet>
      <dgm:spPr/>
    </dgm:pt>
    <dgm:pt modelId="{FED82349-4240-41A1-BD02-9C4492E76CA5}" type="pres">
      <dgm:prSet presAssocID="{FD45C09D-9B87-4C7B-870A-508AFCE5EF87}" presName="sibTrans" presStyleLbl="sibTrans1D1" presStyleIdx="8" presStyleCnt="14"/>
      <dgm:spPr/>
    </dgm:pt>
    <dgm:pt modelId="{CD1D801C-AA34-40B7-A0E0-1C94E54F6BFA}" type="pres">
      <dgm:prSet presAssocID="{FD45C09D-9B87-4C7B-870A-508AFCE5EF87}" presName="connectorText" presStyleLbl="sibTrans1D1" presStyleIdx="8" presStyleCnt="14"/>
      <dgm:spPr/>
    </dgm:pt>
    <dgm:pt modelId="{9E05C67E-D561-4BC6-ACC5-F545FC297BCD}" type="pres">
      <dgm:prSet presAssocID="{9E63CD9F-6954-4A36-9B1F-C5CBA2FB9BBA}" presName="node" presStyleLbl="node1" presStyleIdx="9" presStyleCnt="15">
        <dgm:presLayoutVars>
          <dgm:bulletEnabled val="1"/>
        </dgm:presLayoutVars>
      </dgm:prSet>
      <dgm:spPr/>
    </dgm:pt>
    <dgm:pt modelId="{DAEAC938-E9CD-4AF7-9AD7-25437AFD019B}" type="pres">
      <dgm:prSet presAssocID="{5DD40302-6306-43A1-A47F-56027906673C}" presName="sibTrans" presStyleLbl="sibTrans1D1" presStyleIdx="9" presStyleCnt="14"/>
      <dgm:spPr/>
    </dgm:pt>
    <dgm:pt modelId="{F9B0C172-989D-4503-A008-264C363E41B1}" type="pres">
      <dgm:prSet presAssocID="{5DD40302-6306-43A1-A47F-56027906673C}" presName="connectorText" presStyleLbl="sibTrans1D1" presStyleIdx="9" presStyleCnt="14"/>
      <dgm:spPr/>
    </dgm:pt>
    <dgm:pt modelId="{ECD315ED-24F9-4024-BA37-06F06C6CEE69}" type="pres">
      <dgm:prSet presAssocID="{62445151-C76C-4821-BA58-17FF9591425E}" presName="node" presStyleLbl="node1" presStyleIdx="10" presStyleCnt="15">
        <dgm:presLayoutVars>
          <dgm:bulletEnabled val="1"/>
        </dgm:presLayoutVars>
      </dgm:prSet>
      <dgm:spPr/>
    </dgm:pt>
    <dgm:pt modelId="{D0945390-426E-496F-A360-60B289A37C7F}" type="pres">
      <dgm:prSet presAssocID="{0B8725CC-DD3B-4DAD-BDF8-9FEAE0C8082D}" presName="sibTrans" presStyleLbl="sibTrans1D1" presStyleIdx="10" presStyleCnt="14"/>
      <dgm:spPr/>
    </dgm:pt>
    <dgm:pt modelId="{E12131E0-6E09-404B-A68B-5BD920AB823F}" type="pres">
      <dgm:prSet presAssocID="{0B8725CC-DD3B-4DAD-BDF8-9FEAE0C8082D}" presName="connectorText" presStyleLbl="sibTrans1D1" presStyleIdx="10" presStyleCnt="14"/>
      <dgm:spPr/>
    </dgm:pt>
    <dgm:pt modelId="{9A09E572-DE4C-4E51-A710-F41364940176}" type="pres">
      <dgm:prSet presAssocID="{8F3DDAC3-3E24-409D-B081-1F49CEA91461}" presName="node" presStyleLbl="node1" presStyleIdx="11" presStyleCnt="15">
        <dgm:presLayoutVars>
          <dgm:bulletEnabled val="1"/>
        </dgm:presLayoutVars>
      </dgm:prSet>
      <dgm:spPr/>
    </dgm:pt>
    <dgm:pt modelId="{A372AF2F-B5A1-4019-A5FD-D06E776C7BF3}" type="pres">
      <dgm:prSet presAssocID="{96EDB97E-6CB8-4E79-94E3-F8D74DE524E2}" presName="sibTrans" presStyleLbl="sibTrans1D1" presStyleIdx="11" presStyleCnt="14"/>
      <dgm:spPr/>
    </dgm:pt>
    <dgm:pt modelId="{2F1CF6D0-15D8-4FD0-AC00-5C7DA35B8AF5}" type="pres">
      <dgm:prSet presAssocID="{96EDB97E-6CB8-4E79-94E3-F8D74DE524E2}" presName="connectorText" presStyleLbl="sibTrans1D1" presStyleIdx="11" presStyleCnt="14"/>
      <dgm:spPr/>
    </dgm:pt>
    <dgm:pt modelId="{BEDE0F16-A526-4589-AAEB-E43731C43DE5}" type="pres">
      <dgm:prSet presAssocID="{52E495DE-4BCB-49CF-8F72-A56C6EA5CF12}" presName="node" presStyleLbl="node1" presStyleIdx="12" presStyleCnt="15">
        <dgm:presLayoutVars>
          <dgm:bulletEnabled val="1"/>
        </dgm:presLayoutVars>
      </dgm:prSet>
      <dgm:spPr/>
    </dgm:pt>
    <dgm:pt modelId="{DDD09BDC-287A-4FC9-9BFC-A84AA691E311}" type="pres">
      <dgm:prSet presAssocID="{A9AC48EA-1AAC-4A9A-8934-5B8D0AA7D50F}" presName="sibTrans" presStyleLbl="sibTrans1D1" presStyleIdx="12" presStyleCnt="14"/>
      <dgm:spPr/>
    </dgm:pt>
    <dgm:pt modelId="{D45D06AA-6130-4D28-9ACC-ADB3CF053126}" type="pres">
      <dgm:prSet presAssocID="{A9AC48EA-1AAC-4A9A-8934-5B8D0AA7D50F}" presName="connectorText" presStyleLbl="sibTrans1D1" presStyleIdx="12" presStyleCnt="14"/>
      <dgm:spPr/>
    </dgm:pt>
    <dgm:pt modelId="{9B014A9A-8369-4BBE-9614-227F2BE28480}" type="pres">
      <dgm:prSet presAssocID="{F03895E1-C360-49E8-A8B6-16E0FD15CB60}" presName="node" presStyleLbl="node1" presStyleIdx="13" presStyleCnt="15">
        <dgm:presLayoutVars>
          <dgm:bulletEnabled val="1"/>
        </dgm:presLayoutVars>
      </dgm:prSet>
      <dgm:spPr/>
    </dgm:pt>
    <dgm:pt modelId="{A79B0E95-29FA-47B4-A394-504E6260ADD5}" type="pres">
      <dgm:prSet presAssocID="{635A9C0B-DB67-4667-8068-C80B0F193330}" presName="sibTrans" presStyleLbl="sibTrans1D1" presStyleIdx="13" presStyleCnt="14"/>
      <dgm:spPr/>
    </dgm:pt>
    <dgm:pt modelId="{ECDE1F26-FAEB-47BB-93C8-0C88552CEF25}" type="pres">
      <dgm:prSet presAssocID="{635A9C0B-DB67-4667-8068-C80B0F193330}" presName="connectorText" presStyleLbl="sibTrans1D1" presStyleIdx="13" presStyleCnt="14"/>
      <dgm:spPr/>
    </dgm:pt>
    <dgm:pt modelId="{98109B2D-B905-40FF-A9A0-06040D739126}" type="pres">
      <dgm:prSet presAssocID="{B66416D9-64F3-4CE1-8B9F-0E172CBB8C2C}" presName="node" presStyleLbl="node1" presStyleIdx="14" presStyleCnt="15">
        <dgm:presLayoutVars>
          <dgm:bulletEnabled val="1"/>
        </dgm:presLayoutVars>
      </dgm:prSet>
      <dgm:spPr/>
    </dgm:pt>
  </dgm:ptLst>
  <dgm:cxnLst>
    <dgm:cxn modelId="{11211A03-77CB-421C-95DF-70515341FF26}" type="presOf" srcId="{FD45C09D-9B87-4C7B-870A-508AFCE5EF87}" destId="{CD1D801C-AA34-40B7-A0E0-1C94E54F6BFA}" srcOrd="1" destOrd="0" presId="urn:microsoft.com/office/officeart/2016/7/layout/RepeatingBendingProcessNew"/>
    <dgm:cxn modelId="{15A5C805-C824-4990-9C6E-7722A2DBB96A}" type="presOf" srcId="{635A9C0B-DB67-4667-8068-C80B0F193330}" destId="{A79B0E95-29FA-47B4-A394-504E6260ADD5}" srcOrd="0" destOrd="0" presId="urn:microsoft.com/office/officeart/2016/7/layout/RepeatingBendingProcessNew"/>
    <dgm:cxn modelId="{DE028E06-2080-4876-A9B7-CDB1DBB8233C}" type="presOf" srcId="{52E495DE-4BCB-49CF-8F72-A56C6EA5CF12}" destId="{BEDE0F16-A526-4589-AAEB-E43731C43DE5}" srcOrd="0" destOrd="0" presId="urn:microsoft.com/office/officeart/2016/7/layout/RepeatingBendingProcessNew"/>
    <dgm:cxn modelId="{00E4860B-348E-4E52-ACCD-142BF00CB3D8}" srcId="{BE0726ED-A045-46BC-B12D-0BAC218DD345}" destId="{52E495DE-4BCB-49CF-8F72-A56C6EA5CF12}" srcOrd="12" destOrd="0" parTransId="{DA45D6F9-5A1C-419C-BDD6-815DED13C38F}" sibTransId="{A9AC48EA-1AAC-4A9A-8934-5B8D0AA7D50F}"/>
    <dgm:cxn modelId="{0D0EEA0B-EE74-4AAF-A377-C90D27B5DD8C}" type="presOf" srcId="{96EDB97E-6CB8-4E79-94E3-F8D74DE524E2}" destId="{2F1CF6D0-15D8-4FD0-AC00-5C7DA35B8AF5}" srcOrd="1" destOrd="0" presId="urn:microsoft.com/office/officeart/2016/7/layout/RepeatingBendingProcessNew"/>
    <dgm:cxn modelId="{5FA62610-9FF3-459E-8AAE-2AC658805A49}" type="presOf" srcId="{0B8725CC-DD3B-4DAD-BDF8-9FEAE0C8082D}" destId="{E12131E0-6E09-404B-A68B-5BD920AB823F}" srcOrd="1" destOrd="0" presId="urn:microsoft.com/office/officeart/2016/7/layout/RepeatingBendingProcessNew"/>
    <dgm:cxn modelId="{49149F16-80FE-454D-AFD9-0016134C3870}" srcId="{BE0726ED-A045-46BC-B12D-0BAC218DD345}" destId="{4C205CE2-67A9-467D-8BA7-9DCC3773E0F2}" srcOrd="5" destOrd="0" parTransId="{DADFF42B-5547-4BBB-8ADF-BF5AC7CC8D3B}" sibTransId="{BD39B1C8-F0E8-45F1-98B0-AA90CB53BD66}"/>
    <dgm:cxn modelId="{D69AC416-72AB-4DDA-A144-96F1C0266F73}" type="presOf" srcId="{635A9C0B-DB67-4667-8068-C80B0F193330}" destId="{ECDE1F26-FAEB-47BB-93C8-0C88552CEF25}" srcOrd="1" destOrd="0" presId="urn:microsoft.com/office/officeart/2016/7/layout/RepeatingBendingProcessNew"/>
    <dgm:cxn modelId="{3720CF19-6F1C-481C-B6B2-65026B5B73F8}" type="presOf" srcId="{8F3DDAC3-3E24-409D-B081-1F49CEA91461}" destId="{9A09E572-DE4C-4E51-A710-F41364940176}" srcOrd="0" destOrd="0" presId="urn:microsoft.com/office/officeart/2016/7/layout/RepeatingBendingProcessNew"/>
    <dgm:cxn modelId="{FAAF351A-2F7B-4563-8C69-263E033E65B9}" type="presOf" srcId="{8EA76559-A0B5-4B91-8A8D-81DC16700EE5}" destId="{14B5686C-21C9-47DC-9E09-864F7CE0CD2B}" srcOrd="0" destOrd="0" presId="urn:microsoft.com/office/officeart/2016/7/layout/RepeatingBendingProcessNew"/>
    <dgm:cxn modelId="{3428B921-9C08-4E1E-9E1A-3E06184F26B0}" type="presOf" srcId="{96EDB97E-6CB8-4E79-94E3-F8D74DE524E2}" destId="{A372AF2F-B5A1-4019-A5FD-D06E776C7BF3}" srcOrd="0" destOrd="0" presId="urn:microsoft.com/office/officeart/2016/7/layout/RepeatingBendingProcessNew"/>
    <dgm:cxn modelId="{F568DA25-5B5E-48F0-9469-13160192C874}" type="presOf" srcId="{62445151-C76C-4821-BA58-17FF9591425E}" destId="{ECD315ED-24F9-4024-BA37-06F06C6CEE69}" srcOrd="0" destOrd="0" presId="urn:microsoft.com/office/officeart/2016/7/layout/RepeatingBendingProcessNew"/>
    <dgm:cxn modelId="{019B5427-E1D5-4A44-8614-94BB4876EE27}" type="presOf" srcId="{BAC0AB3B-3F7C-44AD-9B0D-5A735B7242BB}" destId="{8064F5EC-1D70-4698-B118-47705E5B1D25}" srcOrd="0" destOrd="0" presId="urn:microsoft.com/office/officeart/2016/7/layout/RepeatingBendingProcessNew"/>
    <dgm:cxn modelId="{E4D0282C-6D60-4290-BABE-30B574E71141}" type="presOf" srcId="{11CC0576-1344-45D5-A944-8BC28159098E}" destId="{BDCFEEB2-9844-4F9F-8B85-AD736EBED7FD}" srcOrd="0" destOrd="0" presId="urn:microsoft.com/office/officeart/2016/7/layout/RepeatingBendingProcessNew"/>
    <dgm:cxn modelId="{24D3622E-A68A-4AAE-AD5E-49152F6719AD}" type="presOf" srcId="{91FB16EE-ADF1-498D-93A8-8D2BDC62F029}" destId="{3E04B3AD-BF2E-4DB5-AB6C-9A59D8149503}" srcOrd="0" destOrd="0" presId="urn:microsoft.com/office/officeart/2016/7/layout/RepeatingBendingProcessNew"/>
    <dgm:cxn modelId="{FC14E02E-E72C-4B06-BFE7-88DCA0887FA1}" srcId="{BE0726ED-A045-46BC-B12D-0BAC218DD345}" destId="{6CCA696E-71D1-497A-82BD-F15CFE555733}" srcOrd="1" destOrd="0" parTransId="{0D65CEC4-CD29-47BA-8613-994223DC6962}" sibTransId="{2872061C-CC3F-4B4F-9976-E4DE73747355}"/>
    <dgm:cxn modelId="{1A7A0E31-84C0-497B-ACFF-20EF7120CCFF}" type="presOf" srcId="{9E63CD9F-6954-4A36-9B1F-C5CBA2FB9BBA}" destId="{9E05C67E-D561-4BC6-ACC5-F545FC297BCD}" srcOrd="0" destOrd="0" presId="urn:microsoft.com/office/officeart/2016/7/layout/RepeatingBendingProcessNew"/>
    <dgm:cxn modelId="{F8357535-DEE2-4AE7-84FE-9B768F0D37A0}" type="presOf" srcId="{C800580E-AADF-45F9-A4C5-4A6E8DB280B2}" destId="{6F7DB0C8-7394-4408-A7C4-BBB2938E0A04}" srcOrd="0" destOrd="0" presId="urn:microsoft.com/office/officeart/2016/7/layout/RepeatingBendingProcessNew"/>
    <dgm:cxn modelId="{A6CE6C3A-643C-43ED-9CC4-7FF1D36F45C5}" srcId="{BE0726ED-A045-46BC-B12D-0BAC218DD345}" destId="{8EA76559-A0B5-4B91-8A8D-81DC16700EE5}" srcOrd="6" destOrd="0" parTransId="{9F8575B6-589A-4149-9E26-E545D9576B53}" sibTransId="{BF86933D-3C35-4711-87D4-85AFC6828B2E}"/>
    <dgm:cxn modelId="{BB74203E-462B-4AF7-B2F1-8FC193C5112A}" type="presOf" srcId="{B66416D9-64F3-4CE1-8B9F-0E172CBB8C2C}" destId="{98109B2D-B905-40FF-A9A0-06040D739126}" srcOrd="0" destOrd="0" presId="urn:microsoft.com/office/officeart/2016/7/layout/RepeatingBendingProcessNew"/>
    <dgm:cxn modelId="{CC53705B-5C65-4F25-8A76-E8896765713A}" srcId="{BE0726ED-A045-46BC-B12D-0BAC218DD345}" destId="{D9AC1E80-7EC6-4492-8290-84DF7D26CC1D}" srcOrd="2" destOrd="0" parTransId="{E7BCB6BB-9AE4-4425-9FAA-B6FF8FC8ACF0}" sibTransId="{BAC0AB3B-3F7C-44AD-9B0D-5A735B7242BB}"/>
    <dgm:cxn modelId="{4AD4E141-F8AF-40CD-A4B0-7BC71B0C5021}" srcId="{BE0726ED-A045-46BC-B12D-0BAC218DD345}" destId="{8F3DDAC3-3E24-409D-B081-1F49CEA91461}" srcOrd="11" destOrd="0" parTransId="{53C655E8-E5A6-47AB-A984-49D858369EBC}" sibTransId="{96EDB97E-6CB8-4E79-94E3-F8D74DE524E2}"/>
    <dgm:cxn modelId="{32E7BD68-ED21-44E0-93AC-744C29277DFF}" type="presOf" srcId="{BE0726ED-A045-46BC-B12D-0BAC218DD345}" destId="{C9F32619-8DA7-40E4-B77F-58432713141A}" srcOrd="0" destOrd="0" presId="urn:microsoft.com/office/officeart/2016/7/layout/RepeatingBendingProcessNew"/>
    <dgm:cxn modelId="{11610169-5814-4BFF-9913-66F7193A557A}" type="presOf" srcId="{D56F2F15-A892-44D9-83D8-A9006FDFA084}" destId="{C47EC806-D479-46EE-9FE0-182098004600}" srcOrd="0" destOrd="0" presId="urn:microsoft.com/office/officeart/2016/7/layout/RepeatingBendingProcessNew"/>
    <dgm:cxn modelId="{5AB6074A-6785-49EB-8F0C-A2DD05C887F6}" type="presOf" srcId="{A9AC48EA-1AAC-4A9A-8934-5B8D0AA7D50F}" destId="{D45D06AA-6130-4D28-9ACC-ADB3CF053126}" srcOrd="1" destOrd="0" presId="urn:microsoft.com/office/officeart/2016/7/layout/RepeatingBendingProcessNew"/>
    <dgm:cxn modelId="{211A544B-9127-433A-90A6-A0833FD8F758}" srcId="{BE0726ED-A045-46BC-B12D-0BAC218DD345}" destId="{9E63CD9F-6954-4A36-9B1F-C5CBA2FB9BBA}" srcOrd="9" destOrd="0" parTransId="{8D067026-9124-41D4-AC40-61FA1A6A2C90}" sibTransId="{5DD40302-6306-43A1-A47F-56027906673C}"/>
    <dgm:cxn modelId="{FF9E176C-13EB-4025-8608-D91FDE6C6B6B}" type="presOf" srcId="{BF86933D-3C35-4711-87D4-85AFC6828B2E}" destId="{A9A4E652-5DA5-4259-8BB0-A8C4A657787A}" srcOrd="1" destOrd="0" presId="urn:microsoft.com/office/officeart/2016/7/layout/RepeatingBendingProcessNew"/>
    <dgm:cxn modelId="{917E3E4C-72F0-43B7-87F6-3299B3660763}" type="presOf" srcId="{5DD40302-6306-43A1-A47F-56027906673C}" destId="{F9B0C172-989D-4503-A008-264C363E41B1}" srcOrd="1" destOrd="0" presId="urn:microsoft.com/office/officeart/2016/7/layout/RepeatingBendingProcessNew"/>
    <dgm:cxn modelId="{B642296D-2AE6-49CA-AE1E-9613401B79A5}" srcId="{BE0726ED-A045-46BC-B12D-0BAC218DD345}" destId="{91FB16EE-ADF1-498D-93A8-8D2BDC62F029}" srcOrd="0" destOrd="0" parTransId="{C76C7BA9-8A7D-457F-8564-FC05197DDD96}" sibTransId="{D56F2F15-A892-44D9-83D8-A9006FDFA084}"/>
    <dgm:cxn modelId="{341AA04D-B532-4895-BBB4-4CD303C7FB36}" type="presOf" srcId="{F42936F0-C40C-48D6-A1D8-524F02BA281B}" destId="{B7B17B54-36CE-4D1A-B489-189CC581AC33}" srcOrd="0" destOrd="0" presId="urn:microsoft.com/office/officeart/2016/7/layout/RepeatingBendingProcessNew"/>
    <dgm:cxn modelId="{D7C4B672-8364-4F53-A656-BFDF572DC3E3}" srcId="{BE0726ED-A045-46BC-B12D-0BAC218DD345}" destId="{C800580E-AADF-45F9-A4C5-4A6E8DB280B2}" srcOrd="3" destOrd="0" parTransId="{B43C7CD3-FC6A-46A8-94BF-994243E981AF}" sibTransId="{F21B1D5F-1DD3-43D1-AB0B-51876807E507}"/>
    <dgm:cxn modelId="{01BE5A56-15C2-4B0E-8ECB-D64E8095652C}" srcId="{BE0726ED-A045-46BC-B12D-0BAC218DD345}" destId="{11CC0576-1344-45D5-A944-8BC28159098E}" srcOrd="4" destOrd="0" parTransId="{5EFF8669-86D2-4081-958C-1FD13333DE4C}" sibTransId="{72855310-8F91-40BD-BA62-DE7D0BF05C38}"/>
    <dgm:cxn modelId="{F476FE79-7052-44EC-802A-1B3D73FB0D17}" type="presOf" srcId="{F21B1D5F-1DD3-43D1-AB0B-51876807E507}" destId="{73D1DA20-D7D5-4373-A656-3325BE3A6828}" srcOrd="0" destOrd="0" presId="urn:microsoft.com/office/officeart/2016/7/layout/RepeatingBendingProcessNew"/>
    <dgm:cxn modelId="{B957845A-CC76-45BD-8817-BDEC116C664B}" type="presOf" srcId="{72855310-8F91-40BD-BA62-DE7D0BF05C38}" destId="{9382F164-FBA0-45FD-B6B7-E4538720CC15}" srcOrd="0" destOrd="0" presId="urn:microsoft.com/office/officeart/2016/7/layout/RepeatingBendingProcessNew"/>
    <dgm:cxn modelId="{17AFFF7E-DABA-4CBB-9E12-2160299DE2E0}" type="presOf" srcId="{45F6D3B5-B32E-4B72-89E2-76ED9044084D}" destId="{B9B4B8DC-EF88-4BD0-9B7E-10396D3BB6A0}" srcOrd="1" destOrd="0" presId="urn:microsoft.com/office/officeart/2016/7/layout/RepeatingBendingProcessNew"/>
    <dgm:cxn modelId="{904BBA83-5D7B-47F7-8F58-A808F0A15B1D}" type="presOf" srcId="{45F6D3B5-B32E-4B72-89E2-76ED9044084D}" destId="{C42B3C4F-097A-41B1-9A11-7EBD683D9130}" srcOrd="0" destOrd="0" presId="urn:microsoft.com/office/officeart/2016/7/layout/RepeatingBendingProcessNew"/>
    <dgm:cxn modelId="{D08AED84-A5B2-4E49-AE9B-27D5C63BA5AE}" type="presOf" srcId="{D9AC1E80-7EC6-4492-8290-84DF7D26CC1D}" destId="{27185A90-ACB4-4D3B-A0BD-E10F1063D19E}" srcOrd="0" destOrd="0" presId="urn:microsoft.com/office/officeart/2016/7/layout/RepeatingBendingProcessNew"/>
    <dgm:cxn modelId="{09FBED87-077C-44D9-8AC2-0AACBE14A064}" srcId="{BE0726ED-A045-46BC-B12D-0BAC218DD345}" destId="{F919F82B-AD9F-405B-AAA3-15AD374A4C08}" srcOrd="7" destOrd="0" parTransId="{8A2EFC26-07C7-453D-995C-FC5E55E55A41}" sibTransId="{45F6D3B5-B32E-4B72-89E2-76ED9044084D}"/>
    <dgm:cxn modelId="{BA69C18A-3F86-4793-82E3-A9C7E24CFCF1}" srcId="{BE0726ED-A045-46BC-B12D-0BAC218DD345}" destId="{62445151-C76C-4821-BA58-17FF9591425E}" srcOrd="10" destOrd="0" parTransId="{FBA4775C-EF27-4E4A-98F6-843064F10BBE}" sibTransId="{0B8725CC-DD3B-4DAD-BDF8-9FEAE0C8082D}"/>
    <dgm:cxn modelId="{74480A90-7C37-44F4-B32D-96C909851607}" type="presOf" srcId="{BAC0AB3B-3F7C-44AD-9B0D-5A735B7242BB}" destId="{90BC5005-838B-431B-9781-84AC696F4C2A}" srcOrd="1" destOrd="0" presId="urn:microsoft.com/office/officeart/2016/7/layout/RepeatingBendingProcessNew"/>
    <dgm:cxn modelId="{251BB89A-35CB-4A8F-A482-31CD68B9E36E}" srcId="{BE0726ED-A045-46BC-B12D-0BAC218DD345}" destId="{F03895E1-C360-49E8-A8B6-16E0FD15CB60}" srcOrd="13" destOrd="0" parTransId="{85703448-2AE9-4710-A824-330F084AFF1F}" sibTransId="{635A9C0B-DB67-4667-8068-C80B0F193330}"/>
    <dgm:cxn modelId="{BBF90F9D-7091-4ECC-8B9E-A21F2A7271C1}" type="presOf" srcId="{4C205CE2-67A9-467D-8BA7-9DCC3773E0F2}" destId="{40B658A8-A902-451A-9422-D68348A332C7}" srcOrd="0" destOrd="0" presId="urn:microsoft.com/office/officeart/2016/7/layout/RepeatingBendingProcessNew"/>
    <dgm:cxn modelId="{79A291B0-AAB7-4E83-A68B-FD1D22A0437E}" type="presOf" srcId="{F919F82B-AD9F-405B-AAA3-15AD374A4C08}" destId="{990C4439-502A-48E2-BEE9-E63425656B0A}" srcOrd="0" destOrd="0" presId="urn:microsoft.com/office/officeart/2016/7/layout/RepeatingBendingProcessNew"/>
    <dgm:cxn modelId="{43F5B4B2-3FD0-4E00-A2C6-71711ACB1345}" type="presOf" srcId="{6CCA696E-71D1-497A-82BD-F15CFE555733}" destId="{91017511-E677-4B23-88A6-18F8D018BB49}" srcOrd="0" destOrd="0" presId="urn:microsoft.com/office/officeart/2016/7/layout/RepeatingBendingProcessNew"/>
    <dgm:cxn modelId="{239B17BC-E5DE-480D-826D-F6B24B5F9DAF}" type="presOf" srcId="{72855310-8F91-40BD-BA62-DE7D0BF05C38}" destId="{F11AAEA1-558C-4CA7-B313-59CCDC5DEB9D}" srcOrd="1" destOrd="0" presId="urn:microsoft.com/office/officeart/2016/7/layout/RepeatingBendingProcessNew"/>
    <dgm:cxn modelId="{D806D2BE-462D-4D4D-9B60-E2D2BCD56E0D}" srcId="{BE0726ED-A045-46BC-B12D-0BAC218DD345}" destId="{B66416D9-64F3-4CE1-8B9F-0E172CBB8C2C}" srcOrd="14" destOrd="0" parTransId="{D1F0ADF1-D9A3-46AE-AFEF-B849EBCB8898}" sibTransId="{6871AAEF-A473-4080-A789-0E7F2C182165}"/>
    <dgm:cxn modelId="{D3D011C5-B94D-4F4A-BC6B-79FAAD5A2671}" type="presOf" srcId="{5DD40302-6306-43A1-A47F-56027906673C}" destId="{DAEAC938-E9CD-4AF7-9AD7-25437AFD019B}" srcOrd="0" destOrd="0" presId="urn:microsoft.com/office/officeart/2016/7/layout/RepeatingBendingProcessNew"/>
    <dgm:cxn modelId="{247162C5-037E-4BB4-8D97-1BA3AF74703C}" type="presOf" srcId="{BD39B1C8-F0E8-45F1-98B0-AA90CB53BD66}" destId="{AAEA4E21-54E3-40B1-8207-6D430558836D}" srcOrd="1" destOrd="0" presId="urn:microsoft.com/office/officeart/2016/7/layout/RepeatingBendingProcessNew"/>
    <dgm:cxn modelId="{75E03FC9-BB18-40F6-972A-1E739DC1748B}" type="presOf" srcId="{BD39B1C8-F0E8-45F1-98B0-AA90CB53BD66}" destId="{D933BCDE-C858-4D5C-AEC3-85D6341FBBA0}" srcOrd="0" destOrd="0" presId="urn:microsoft.com/office/officeart/2016/7/layout/RepeatingBendingProcessNew"/>
    <dgm:cxn modelId="{F1228CD5-E39F-4F31-98A4-42E191726DD7}" type="presOf" srcId="{A9AC48EA-1AAC-4A9A-8934-5B8D0AA7D50F}" destId="{DDD09BDC-287A-4FC9-9BFC-A84AA691E311}" srcOrd="0" destOrd="0" presId="urn:microsoft.com/office/officeart/2016/7/layout/RepeatingBendingProcessNew"/>
    <dgm:cxn modelId="{031C8BD9-806E-4D76-9374-98B008847CC3}" type="presOf" srcId="{2872061C-CC3F-4B4F-9976-E4DE73747355}" destId="{13C0EBE9-C2E4-4919-9B2F-BDB9683495EE}" srcOrd="1" destOrd="0" presId="urn:microsoft.com/office/officeart/2016/7/layout/RepeatingBendingProcessNew"/>
    <dgm:cxn modelId="{54A024DE-81C8-4232-ACB5-9CFC84385417}" type="presOf" srcId="{FD45C09D-9B87-4C7B-870A-508AFCE5EF87}" destId="{FED82349-4240-41A1-BD02-9C4492E76CA5}" srcOrd="0" destOrd="0" presId="urn:microsoft.com/office/officeart/2016/7/layout/RepeatingBendingProcessNew"/>
    <dgm:cxn modelId="{67A89CE6-4880-46B5-AC10-85DD6EBBA007}" type="presOf" srcId="{2872061C-CC3F-4B4F-9976-E4DE73747355}" destId="{68BC31D4-0CA7-46F1-80BC-03FAA2219956}" srcOrd="0" destOrd="0" presId="urn:microsoft.com/office/officeart/2016/7/layout/RepeatingBendingProcessNew"/>
    <dgm:cxn modelId="{73E233EB-2C8E-4BDE-916B-F5EA67A76F20}" type="presOf" srcId="{F21B1D5F-1DD3-43D1-AB0B-51876807E507}" destId="{26E5CAF8-6B83-4B24-8A5D-A48FCA1701CE}" srcOrd="1" destOrd="0" presId="urn:microsoft.com/office/officeart/2016/7/layout/RepeatingBendingProcessNew"/>
    <dgm:cxn modelId="{36E4EBED-C601-4C91-9C49-5DBDF759CFB4}" type="presOf" srcId="{D56F2F15-A892-44D9-83D8-A9006FDFA084}" destId="{C100DB17-64E2-4FB7-9912-AE399C6E94B7}" srcOrd="1" destOrd="0" presId="urn:microsoft.com/office/officeart/2016/7/layout/RepeatingBendingProcessNew"/>
    <dgm:cxn modelId="{C8242AF2-DAEA-4344-814C-42C6BB079F0C}" type="presOf" srcId="{F03895E1-C360-49E8-A8B6-16E0FD15CB60}" destId="{9B014A9A-8369-4BBE-9614-227F2BE28480}" srcOrd="0" destOrd="0" presId="urn:microsoft.com/office/officeart/2016/7/layout/RepeatingBendingProcessNew"/>
    <dgm:cxn modelId="{EB1F4CF2-8F6F-4104-89BA-78103F02BD66}" srcId="{BE0726ED-A045-46BC-B12D-0BAC218DD345}" destId="{F42936F0-C40C-48D6-A1D8-524F02BA281B}" srcOrd="8" destOrd="0" parTransId="{54F0098B-82C1-456E-9B76-E111A0B52262}" sibTransId="{FD45C09D-9B87-4C7B-870A-508AFCE5EF87}"/>
    <dgm:cxn modelId="{D8336CF3-3D18-4A9E-A0F2-63C01184037C}" type="presOf" srcId="{BF86933D-3C35-4711-87D4-85AFC6828B2E}" destId="{829989C9-D68C-46F2-80C1-6F3F7DDAB557}" srcOrd="0" destOrd="0" presId="urn:microsoft.com/office/officeart/2016/7/layout/RepeatingBendingProcessNew"/>
    <dgm:cxn modelId="{D2007AF6-65A3-41B6-892D-9508DBFDA37E}" type="presOf" srcId="{0B8725CC-DD3B-4DAD-BDF8-9FEAE0C8082D}" destId="{D0945390-426E-496F-A360-60B289A37C7F}" srcOrd="0" destOrd="0" presId="urn:microsoft.com/office/officeart/2016/7/layout/RepeatingBendingProcessNew"/>
    <dgm:cxn modelId="{41AF5D9E-2BCC-41A8-9249-7481E9E9F7E2}" type="presParOf" srcId="{C9F32619-8DA7-40E4-B77F-58432713141A}" destId="{3E04B3AD-BF2E-4DB5-AB6C-9A59D8149503}" srcOrd="0" destOrd="0" presId="urn:microsoft.com/office/officeart/2016/7/layout/RepeatingBendingProcessNew"/>
    <dgm:cxn modelId="{E6B7D303-C2A7-4CF5-B500-6A53CF94F154}" type="presParOf" srcId="{C9F32619-8DA7-40E4-B77F-58432713141A}" destId="{C47EC806-D479-46EE-9FE0-182098004600}" srcOrd="1" destOrd="0" presId="urn:microsoft.com/office/officeart/2016/7/layout/RepeatingBendingProcessNew"/>
    <dgm:cxn modelId="{4905A21C-46EB-44A1-A594-55E2D98C0A3F}" type="presParOf" srcId="{C47EC806-D479-46EE-9FE0-182098004600}" destId="{C100DB17-64E2-4FB7-9912-AE399C6E94B7}" srcOrd="0" destOrd="0" presId="urn:microsoft.com/office/officeart/2016/7/layout/RepeatingBendingProcessNew"/>
    <dgm:cxn modelId="{59FEC591-4546-429B-91AA-A3DFE6C37592}" type="presParOf" srcId="{C9F32619-8DA7-40E4-B77F-58432713141A}" destId="{91017511-E677-4B23-88A6-18F8D018BB49}" srcOrd="2" destOrd="0" presId="urn:microsoft.com/office/officeart/2016/7/layout/RepeatingBendingProcessNew"/>
    <dgm:cxn modelId="{6DC068A5-02C3-4F7F-804A-E8D9E5565457}" type="presParOf" srcId="{C9F32619-8DA7-40E4-B77F-58432713141A}" destId="{68BC31D4-0CA7-46F1-80BC-03FAA2219956}" srcOrd="3" destOrd="0" presId="urn:microsoft.com/office/officeart/2016/7/layout/RepeatingBendingProcessNew"/>
    <dgm:cxn modelId="{442B91AD-0F1F-4F9B-BFC1-B148C6CA9F2D}" type="presParOf" srcId="{68BC31D4-0CA7-46F1-80BC-03FAA2219956}" destId="{13C0EBE9-C2E4-4919-9B2F-BDB9683495EE}" srcOrd="0" destOrd="0" presId="urn:microsoft.com/office/officeart/2016/7/layout/RepeatingBendingProcessNew"/>
    <dgm:cxn modelId="{1AD48032-5466-476A-ABAF-9A3FD1391109}" type="presParOf" srcId="{C9F32619-8DA7-40E4-B77F-58432713141A}" destId="{27185A90-ACB4-4D3B-A0BD-E10F1063D19E}" srcOrd="4" destOrd="0" presId="urn:microsoft.com/office/officeart/2016/7/layout/RepeatingBendingProcessNew"/>
    <dgm:cxn modelId="{FE7A48A2-16DF-4C9E-8528-30D2DF6A6698}" type="presParOf" srcId="{C9F32619-8DA7-40E4-B77F-58432713141A}" destId="{8064F5EC-1D70-4698-B118-47705E5B1D25}" srcOrd="5" destOrd="0" presId="urn:microsoft.com/office/officeart/2016/7/layout/RepeatingBendingProcessNew"/>
    <dgm:cxn modelId="{42620F1F-0876-4010-8264-1582A11B1F90}" type="presParOf" srcId="{8064F5EC-1D70-4698-B118-47705E5B1D25}" destId="{90BC5005-838B-431B-9781-84AC696F4C2A}" srcOrd="0" destOrd="0" presId="urn:microsoft.com/office/officeart/2016/7/layout/RepeatingBendingProcessNew"/>
    <dgm:cxn modelId="{1CF4B632-6E80-4AD4-98C6-876D34CD618F}" type="presParOf" srcId="{C9F32619-8DA7-40E4-B77F-58432713141A}" destId="{6F7DB0C8-7394-4408-A7C4-BBB2938E0A04}" srcOrd="6" destOrd="0" presId="urn:microsoft.com/office/officeart/2016/7/layout/RepeatingBendingProcessNew"/>
    <dgm:cxn modelId="{57BC0F4F-AB7C-4E49-9555-0B7B3CC3F59D}" type="presParOf" srcId="{C9F32619-8DA7-40E4-B77F-58432713141A}" destId="{73D1DA20-D7D5-4373-A656-3325BE3A6828}" srcOrd="7" destOrd="0" presId="urn:microsoft.com/office/officeart/2016/7/layout/RepeatingBendingProcessNew"/>
    <dgm:cxn modelId="{50501C4B-8792-42D1-907B-EA9E06CA2409}" type="presParOf" srcId="{73D1DA20-D7D5-4373-A656-3325BE3A6828}" destId="{26E5CAF8-6B83-4B24-8A5D-A48FCA1701CE}" srcOrd="0" destOrd="0" presId="urn:microsoft.com/office/officeart/2016/7/layout/RepeatingBendingProcessNew"/>
    <dgm:cxn modelId="{A16B604D-0DC8-4C77-ABD1-C5BD2E78E0BF}" type="presParOf" srcId="{C9F32619-8DA7-40E4-B77F-58432713141A}" destId="{BDCFEEB2-9844-4F9F-8B85-AD736EBED7FD}" srcOrd="8" destOrd="0" presId="urn:microsoft.com/office/officeart/2016/7/layout/RepeatingBendingProcessNew"/>
    <dgm:cxn modelId="{3601CE77-973E-41C5-B8C6-4C691F1EAA23}" type="presParOf" srcId="{C9F32619-8DA7-40E4-B77F-58432713141A}" destId="{9382F164-FBA0-45FD-B6B7-E4538720CC15}" srcOrd="9" destOrd="0" presId="urn:microsoft.com/office/officeart/2016/7/layout/RepeatingBendingProcessNew"/>
    <dgm:cxn modelId="{ABFBD129-F7DE-43D8-9657-BF3602058CF7}" type="presParOf" srcId="{9382F164-FBA0-45FD-B6B7-E4538720CC15}" destId="{F11AAEA1-558C-4CA7-B313-59CCDC5DEB9D}" srcOrd="0" destOrd="0" presId="urn:microsoft.com/office/officeart/2016/7/layout/RepeatingBendingProcessNew"/>
    <dgm:cxn modelId="{BFEF0164-F06F-428A-B083-317398A522D8}" type="presParOf" srcId="{C9F32619-8DA7-40E4-B77F-58432713141A}" destId="{40B658A8-A902-451A-9422-D68348A332C7}" srcOrd="10" destOrd="0" presId="urn:microsoft.com/office/officeart/2016/7/layout/RepeatingBendingProcessNew"/>
    <dgm:cxn modelId="{9E60DDA0-B69F-461B-A699-F58FCBA388A0}" type="presParOf" srcId="{C9F32619-8DA7-40E4-B77F-58432713141A}" destId="{D933BCDE-C858-4D5C-AEC3-85D6341FBBA0}" srcOrd="11" destOrd="0" presId="urn:microsoft.com/office/officeart/2016/7/layout/RepeatingBendingProcessNew"/>
    <dgm:cxn modelId="{994E2533-7221-4590-AE98-386B57D729C8}" type="presParOf" srcId="{D933BCDE-C858-4D5C-AEC3-85D6341FBBA0}" destId="{AAEA4E21-54E3-40B1-8207-6D430558836D}" srcOrd="0" destOrd="0" presId="urn:microsoft.com/office/officeart/2016/7/layout/RepeatingBendingProcessNew"/>
    <dgm:cxn modelId="{42C5816D-D3FA-4896-89F6-7385017A556E}" type="presParOf" srcId="{C9F32619-8DA7-40E4-B77F-58432713141A}" destId="{14B5686C-21C9-47DC-9E09-864F7CE0CD2B}" srcOrd="12" destOrd="0" presId="urn:microsoft.com/office/officeart/2016/7/layout/RepeatingBendingProcessNew"/>
    <dgm:cxn modelId="{BBAE82F9-25A6-4403-881B-736208FE7142}" type="presParOf" srcId="{C9F32619-8DA7-40E4-B77F-58432713141A}" destId="{829989C9-D68C-46F2-80C1-6F3F7DDAB557}" srcOrd="13" destOrd="0" presId="urn:microsoft.com/office/officeart/2016/7/layout/RepeatingBendingProcessNew"/>
    <dgm:cxn modelId="{8AC0AA60-DAD4-4A09-AAF6-13F2686B5323}" type="presParOf" srcId="{829989C9-D68C-46F2-80C1-6F3F7DDAB557}" destId="{A9A4E652-5DA5-4259-8BB0-A8C4A657787A}" srcOrd="0" destOrd="0" presId="urn:microsoft.com/office/officeart/2016/7/layout/RepeatingBendingProcessNew"/>
    <dgm:cxn modelId="{4B4CF87C-675E-4EA8-837E-BF1E276A509E}" type="presParOf" srcId="{C9F32619-8DA7-40E4-B77F-58432713141A}" destId="{990C4439-502A-48E2-BEE9-E63425656B0A}" srcOrd="14" destOrd="0" presId="urn:microsoft.com/office/officeart/2016/7/layout/RepeatingBendingProcessNew"/>
    <dgm:cxn modelId="{C01C8D69-B212-4F6B-A420-53E66DB2E555}" type="presParOf" srcId="{C9F32619-8DA7-40E4-B77F-58432713141A}" destId="{C42B3C4F-097A-41B1-9A11-7EBD683D9130}" srcOrd="15" destOrd="0" presId="urn:microsoft.com/office/officeart/2016/7/layout/RepeatingBendingProcessNew"/>
    <dgm:cxn modelId="{6174C07A-0D51-42B4-B7C0-20312AE3F147}" type="presParOf" srcId="{C42B3C4F-097A-41B1-9A11-7EBD683D9130}" destId="{B9B4B8DC-EF88-4BD0-9B7E-10396D3BB6A0}" srcOrd="0" destOrd="0" presId="urn:microsoft.com/office/officeart/2016/7/layout/RepeatingBendingProcessNew"/>
    <dgm:cxn modelId="{B22D782C-44DB-42EF-9C8B-5E086FFE0A71}" type="presParOf" srcId="{C9F32619-8DA7-40E4-B77F-58432713141A}" destId="{B7B17B54-36CE-4D1A-B489-189CC581AC33}" srcOrd="16" destOrd="0" presId="urn:microsoft.com/office/officeart/2016/7/layout/RepeatingBendingProcessNew"/>
    <dgm:cxn modelId="{BA5D4A2C-AD06-4FE0-AFFC-B92494AD3ECB}" type="presParOf" srcId="{C9F32619-8DA7-40E4-B77F-58432713141A}" destId="{FED82349-4240-41A1-BD02-9C4492E76CA5}" srcOrd="17" destOrd="0" presId="urn:microsoft.com/office/officeart/2016/7/layout/RepeatingBendingProcessNew"/>
    <dgm:cxn modelId="{6CAAA78F-A3FB-4A9D-B633-226BCD082E1A}" type="presParOf" srcId="{FED82349-4240-41A1-BD02-9C4492E76CA5}" destId="{CD1D801C-AA34-40B7-A0E0-1C94E54F6BFA}" srcOrd="0" destOrd="0" presId="urn:microsoft.com/office/officeart/2016/7/layout/RepeatingBendingProcessNew"/>
    <dgm:cxn modelId="{1F37EB00-2C0C-449A-A20A-9F89DE1C2479}" type="presParOf" srcId="{C9F32619-8DA7-40E4-B77F-58432713141A}" destId="{9E05C67E-D561-4BC6-ACC5-F545FC297BCD}" srcOrd="18" destOrd="0" presId="urn:microsoft.com/office/officeart/2016/7/layout/RepeatingBendingProcessNew"/>
    <dgm:cxn modelId="{34374A0C-D6C0-4C33-955A-E7326AB83E4D}" type="presParOf" srcId="{C9F32619-8DA7-40E4-B77F-58432713141A}" destId="{DAEAC938-E9CD-4AF7-9AD7-25437AFD019B}" srcOrd="19" destOrd="0" presId="urn:microsoft.com/office/officeart/2016/7/layout/RepeatingBendingProcessNew"/>
    <dgm:cxn modelId="{D801FC0E-790E-425A-B795-4EBDB37CA3C0}" type="presParOf" srcId="{DAEAC938-E9CD-4AF7-9AD7-25437AFD019B}" destId="{F9B0C172-989D-4503-A008-264C363E41B1}" srcOrd="0" destOrd="0" presId="urn:microsoft.com/office/officeart/2016/7/layout/RepeatingBendingProcessNew"/>
    <dgm:cxn modelId="{1D5D4F96-A575-45F7-827B-579925705682}" type="presParOf" srcId="{C9F32619-8DA7-40E4-B77F-58432713141A}" destId="{ECD315ED-24F9-4024-BA37-06F06C6CEE69}" srcOrd="20" destOrd="0" presId="urn:microsoft.com/office/officeart/2016/7/layout/RepeatingBendingProcessNew"/>
    <dgm:cxn modelId="{EA1CEF16-6D5C-4675-BF76-8CFC12F1C65D}" type="presParOf" srcId="{C9F32619-8DA7-40E4-B77F-58432713141A}" destId="{D0945390-426E-496F-A360-60B289A37C7F}" srcOrd="21" destOrd="0" presId="urn:microsoft.com/office/officeart/2016/7/layout/RepeatingBendingProcessNew"/>
    <dgm:cxn modelId="{FB078B2A-0F67-4C97-8673-058095CB765F}" type="presParOf" srcId="{D0945390-426E-496F-A360-60B289A37C7F}" destId="{E12131E0-6E09-404B-A68B-5BD920AB823F}" srcOrd="0" destOrd="0" presId="urn:microsoft.com/office/officeart/2016/7/layout/RepeatingBendingProcessNew"/>
    <dgm:cxn modelId="{2B7CB599-6535-4513-9F89-1D70E31DEA85}" type="presParOf" srcId="{C9F32619-8DA7-40E4-B77F-58432713141A}" destId="{9A09E572-DE4C-4E51-A710-F41364940176}" srcOrd="22" destOrd="0" presId="urn:microsoft.com/office/officeart/2016/7/layout/RepeatingBendingProcessNew"/>
    <dgm:cxn modelId="{10EFDD8D-5CC5-4237-AB1D-28D6FAAC9DB6}" type="presParOf" srcId="{C9F32619-8DA7-40E4-B77F-58432713141A}" destId="{A372AF2F-B5A1-4019-A5FD-D06E776C7BF3}" srcOrd="23" destOrd="0" presId="urn:microsoft.com/office/officeart/2016/7/layout/RepeatingBendingProcessNew"/>
    <dgm:cxn modelId="{E36DA2F5-A1A8-46F5-85D3-445C6F680D80}" type="presParOf" srcId="{A372AF2F-B5A1-4019-A5FD-D06E776C7BF3}" destId="{2F1CF6D0-15D8-4FD0-AC00-5C7DA35B8AF5}" srcOrd="0" destOrd="0" presId="urn:microsoft.com/office/officeart/2016/7/layout/RepeatingBendingProcessNew"/>
    <dgm:cxn modelId="{59DA3B60-2C94-4C37-A124-E76CF0B8B512}" type="presParOf" srcId="{C9F32619-8DA7-40E4-B77F-58432713141A}" destId="{BEDE0F16-A526-4589-AAEB-E43731C43DE5}" srcOrd="24" destOrd="0" presId="urn:microsoft.com/office/officeart/2016/7/layout/RepeatingBendingProcessNew"/>
    <dgm:cxn modelId="{306684F3-3CF3-4BE2-B0DB-13F1B0AECD8A}" type="presParOf" srcId="{C9F32619-8DA7-40E4-B77F-58432713141A}" destId="{DDD09BDC-287A-4FC9-9BFC-A84AA691E311}" srcOrd="25" destOrd="0" presId="urn:microsoft.com/office/officeart/2016/7/layout/RepeatingBendingProcessNew"/>
    <dgm:cxn modelId="{389C8102-FE84-487C-A133-CA5974413815}" type="presParOf" srcId="{DDD09BDC-287A-4FC9-9BFC-A84AA691E311}" destId="{D45D06AA-6130-4D28-9ACC-ADB3CF053126}" srcOrd="0" destOrd="0" presId="urn:microsoft.com/office/officeart/2016/7/layout/RepeatingBendingProcessNew"/>
    <dgm:cxn modelId="{9C1D3BAC-303B-4217-9C4B-ED0F0B51F158}" type="presParOf" srcId="{C9F32619-8DA7-40E4-B77F-58432713141A}" destId="{9B014A9A-8369-4BBE-9614-227F2BE28480}" srcOrd="26" destOrd="0" presId="urn:microsoft.com/office/officeart/2016/7/layout/RepeatingBendingProcessNew"/>
    <dgm:cxn modelId="{6D06B5D0-F5B4-426C-B809-38FC5B09A75B}" type="presParOf" srcId="{C9F32619-8DA7-40E4-B77F-58432713141A}" destId="{A79B0E95-29FA-47B4-A394-504E6260ADD5}" srcOrd="27" destOrd="0" presId="urn:microsoft.com/office/officeart/2016/7/layout/RepeatingBendingProcessNew"/>
    <dgm:cxn modelId="{BBCC1CF1-22A4-433B-9089-B37B323D43A9}" type="presParOf" srcId="{A79B0E95-29FA-47B4-A394-504E6260ADD5}" destId="{ECDE1F26-FAEB-47BB-93C8-0C88552CEF25}" srcOrd="0" destOrd="0" presId="urn:microsoft.com/office/officeart/2016/7/layout/RepeatingBendingProcessNew"/>
    <dgm:cxn modelId="{10EF9B77-51B5-40E5-A21E-23E5D9E4AD05}" type="presParOf" srcId="{C9F32619-8DA7-40E4-B77F-58432713141A}" destId="{98109B2D-B905-40FF-A9A0-06040D739126}" srcOrd="2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DBE3B5-0BEB-42D3-B661-12C3591FD946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689FFAA-0945-4413-9B39-F65C5EFAD309}">
      <dgm:prSet/>
      <dgm:spPr/>
      <dgm:t>
        <a:bodyPr/>
        <a:lstStyle/>
        <a:p>
          <a:r>
            <a:rPr lang="en-US" b="1"/>
            <a:t>Core technologies</a:t>
          </a:r>
          <a:endParaRPr lang="en-US"/>
        </a:p>
      </dgm:t>
    </dgm:pt>
    <dgm:pt modelId="{32E1F537-A90B-409B-99CC-3FC936E200A2}" type="parTrans" cxnId="{56A593D1-80FB-43ED-9ED6-760DEBF25E21}">
      <dgm:prSet/>
      <dgm:spPr/>
      <dgm:t>
        <a:bodyPr/>
        <a:lstStyle/>
        <a:p>
          <a:endParaRPr lang="en-US"/>
        </a:p>
      </dgm:t>
    </dgm:pt>
    <dgm:pt modelId="{B13396C1-EF09-4521-B2DF-5CA979F0CEE9}" type="sibTrans" cxnId="{56A593D1-80FB-43ED-9ED6-760DEBF25E21}">
      <dgm:prSet/>
      <dgm:spPr/>
      <dgm:t>
        <a:bodyPr/>
        <a:lstStyle/>
        <a:p>
          <a:endParaRPr lang="en-US"/>
        </a:p>
      </dgm:t>
    </dgm:pt>
    <dgm:pt modelId="{C3BC2F24-FDB5-4144-97EB-C4C014CBFEF3}">
      <dgm:prSet/>
      <dgm:spPr/>
      <dgm:t>
        <a:bodyPr/>
        <a:lstStyle/>
        <a:p>
          <a:r>
            <a:rPr lang="en-US"/>
            <a:t>C# ( Main Logic ) </a:t>
          </a:r>
        </a:p>
      </dgm:t>
    </dgm:pt>
    <dgm:pt modelId="{804501D1-F602-431E-A001-292402629E35}" type="parTrans" cxnId="{13663E8D-93C4-429A-9C96-5AD7A7276595}">
      <dgm:prSet/>
      <dgm:spPr/>
      <dgm:t>
        <a:bodyPr/>
        <a:lstStyle/>
        <a:p>
          <a:endParaRPr lang="en-US"/>
        </a:p>
      </dgm:t>
    </dgm:pt>
    <dgm:pt modelId="{B11641BF-66D6-40E6-ABEF-790E8A53BCB1}" type="sibTrans" cxnId="{13663E8D-93C4-429A-9C96-5AD7A7276595}">
      <dgm:prSet/>
      <dgm:spPr/>
      <dgm:t>
        <a:bodyPr/>
        <a:lstStyle/>
        <a:p>
          <a:endParaRPr lang="en-US"/>
        </a:p>
      </dgm:t>
    </dgm:pt>
    <dgm:pt modelId="{DC9958DE-D2F4-47F6-8A75-E5F128FAA4AD}">
      <dgm:prSet/>
      <dgm:spPr/>
      <dgm:t>
        <a:bodyPr/>
        <a:lstStyle/>
        <a:p>
          <a:r>
            <a:rPr lang="en-US"/>
            <a:t>C++ ( Interop Hooks ) </a:t>
          </a:r>
        </a:p>
      </dgm:t>
    </dgm:pt>
    <dgm:pt modelId="{6F531028-9C5B-44B5-8ABD-891579B56334}" type="parTrans" cxnId="{B495F4D3-5B29-4E79-AF51-DE631D141A09}">
      <dgm:prSet/>
      <dgm:spPr/>
      <dgm:t>
        <a:bodyPr/>
        <a:lstStyle/>
        <a:p>
          <a:endParaRPr lang="en-US"/>
        </a:p>
      </dgm:t>
    </dgm:pt>
    <dgm:pt modelId="{6A436198-9D88-44C4-B72A-4884F49B383B}" type="sibTrans" cxnId="{B495F4D3-5B29-4E79-AF51-DE631D141A09}">
      <dgm:prSet/>
      <dgm:spPr/>
      <dgm:t>
        <a:bodyPr/>
        <a:lstStyle/>
        <a:p>
          <a:endParaRPr lang="en-US"/>
        </a:p>
      </dgm:t>
    </dgm:pt>
    <dgm:pt modelId="{14DF3F7E-F2C0-4A18-80A0-146B9B206CDB}">
      <dgm:prSet/>
      <dgm:spPr/>
      <dgm:t>
        <a:bodyPr/>
        <a:lstStyle/>
        <a:p>
          <a:r>
            <a:rPr lang="en-US"/>
            <a:t>Python ( Cross Platform Scripts ) </a:t>
          </a:r>
        </a:p>
      </dgm:t>
    </dgm:pt>
    <dgm:pt modelId="{1000A6BE-24F1-4C21-9E5C-387F7EF9DEEA}" type="parTrans" cxnId="{93DF33AD-3E5F-4E13-8482-1C4EC12626BF}">
      <dgm:prSet/>
      <dgm:spPr/>
      <dgm:t>
        <a:bodyPr/>
        <a:lstStyle/>
        <a:p>
          <a:endParaRPr lang="en-US"/>
        </a:p>
      </dgm:t>
    </dgm:pt>
    <dgm:pt modelId="{E93F2CEC-4880-498B-9555-1BBEB2F3CC97}" type="sibTrans" cxnId="{93DF33AD-3E5F-4E13-8482-1C4EC12626BF}">
      <dgm:prSet/>
      <dgm:spPr/>
      <dgm:t>
        <a:bodyPr/>
        <a:lstStyle/>
        <a:p>
          <a:endParaRPr lang="en-US"/>
        </a:p>
      </dgm:t>
    </dgm:pt>
    <dgm:pt modelId="{F6F92848-ABFF-42FB-86A3-9F345F733014}">
      <dgm:prSet/>
      <dgm:spPr/>
      <dgm:t>
        <a:bodyPr/>
        <a:lstStyle/>
        <a:p>
          <a:r>
            <a:rPr lang="en-US"/>
            <a:t>Machine learning ( Hand Gestures ) </a:t>
          </a:r>
        </a:p>
      </dgm:t>
    </dgm:pt>
    <dgm:pt modelId="{101395DD-ECD2-472F-B292-632E2AD0EF4E}" type="parTrans" cxnId="{96121320-BD0B-4D74-B4EF-1D28D1E5D352}">
      <dgm:prSet/>
      <dgm:spPr/>
      <dgm:t>
        <a:bodyPr/>
        <a:lstStyle/>
        <a:p>
          <a:endParaRPr lang="en-US"/>
        </a:p>
      </dgm:t>
    </dgm:pt>
    <dgm:pt modelId="{CB17B5CF-68E4-468E-81E4-0A210E8CB0D1}" type="sibTrans" cxnId="{96121320-BD0B-4D74-B4EF-1D28D1E5D352}">
      <dgm:prSet/>
      <dgm:spPr/>
      <dgm:t>
        <a:bodyPr/>
        <a:lstStyle/>
        <a:p>
          <a:endParaRPr lang="en-US"/>
        </a:p>
      </dgm:t>
    </dgm:pt>
    <dgm:pt modelId="{DD89F526-3971-4CF5-8DE0-923B273C2341}">
      <dgm:prSet/>
      <dgm:spPr/>
      <dgm:t>
        <a:bodyPr/>
        <a:lstStyle/>
        <a:p>
          <a:r>
            <a:rPr lang="en-US"/>
            <a:t>Winui3 / wpf ( Framework ) </a:t>
          </a:r>
        </a:p>
      </dgm:t>
    </dgm:pt>
    <dgm:pt modelId="{BEA32A8C-DEC0-40BE-A088-574BD6573516}" type="parTrans" cxnId="{CD44967C-531C-403F-AF90-1025EB8FDE0F}">
      <dgm:prSet/>
      <dgm:spPr/>
      <dgm:t>
        <a:bodyPr/>
        <a:lstStyle/>
        <a:p>
          <a:endParaRPr lang="en-US"/>
        </a:p>
      </dgm:t>
    </dgm:pt>
    <dgm:pt modelId="{60E9459B-4AA5-4A30-9D38-FF808C2A3A8F}" type="sibTrans" cxnId="{CD44967C-531C-403F-AF90-1025EB8FDE0F}">
      <dgm:prSet/>
      <dgm:spPr/>
      <dgm:t>
        <a:bodyPr/>
        <a:lstStyle/>
        <a:p>
          <a:endParaRPr lang="en-US"/>
        </a:p>
      </dgm:t>
    </dgm:pt>
    <dgm:pt modelId="{9A6E5B5F-648B-411D-B7EB-33D9E2982890}">
      <dgm:prSet/>
      <dgm:spPr/>
      <dgm:t>
        <a:bodyPr/>
        <a:lstStyle/>
        <a:p>
          <a:r>
            <a:rPr lang="en-US"/>
            <a:t>Postgresql ( Database ) </a:t>
          </a:r>
        </a:p>
      </dgm:t>
    </dgm:pt>
    <dgm:pt modelId="{918AEE5A-6ADD-455F-8A3E-1C70166D7DC7}" type="parTrans" cxnId="{EC5D6380-6590-4831-B091-09E8B804FD6F}">
      <dgm:prSet/>
      <dgm:spPr/>
      <dgm:t>
        <a:bodyPr/>
        <a:lstStyle/>
        <a:p>
          <a:endParaRPr lang="en-US"/>
        </a:p>
      </dgm:t>
    </dgm:pt>
    <dgm:pt modelId="{7D6270E8-1F94-4929-93D3-A673E35B92AE}" type="sibTrans" cxnId="{EC5D6380-6590-4831-B091-09E8B804FD6F}">
      <dgm:prSet/>
      <dgm:spPr/>
      <dgm:t>
        <a:bodyPr/>
        <a:lstStyle/>
        <a:p>
          <a:endParaRPr lang="en-US"/>
        </a:p>
      </dgm:t>
    </dgm:pt>
    <dgm:pt modelId="{992D9871-C36F-4996-9F03-B1E32A881ACE}">
      <dgm:prSet/>
      <dgm:spPr/>
      <dgm:t>
        <a:bodyPr/>
        <a:lstStyle/>
        <a:p>
          <a:r>
            <a:rPr lang="en-US"/>
            <a:t>Azure / Git ( CI / CD ) </a:t>
          </a:r>
        </a:p>
      </dgm:t>
    </dgm:pt>
    <dgm:pt modelId="{AB57C4BF-69CC-4C9C-BCA5-AC2E379127C3}" type="parTrans" cxnId="{CE0BCE9C-348C-42B3-8937-FA23E122BE94}">
      <dgm:prSet/>
      <dgm:spPr/>
      <dgm:t>
        <a:bodyPr/>
        <a:lstStyle/>
        <a:p>
          <a:endParaRPr lang="en-US"/>
        </a:p>
      </dgm:t>
    </dgm:pt>
    <dgm:pt modelId="{EB24DF72-610D-4A53-8947-205F339FE468}" type="sibTrans" cxnId="{CE0BCE9C-348C-42B3-8937-FA23E122BE94}">
      <dgm:prSet/>
      <dgm:spPr/>
      <dgm:t>
        <a:bodyPr/>
        <a:lstStyle/>
        <a:p>
          <a:endParaRPr lang="en-US"/>
        </a:p>
      </dgm:t>
    </dgm:pt>
    <dgm:pt modelId="{FC7553EE-6370-411C-AA47-BF60A21E2D3A}">
      <dgm:prSet/>
      <dgm:spPr/>
      <dgm:t>
        <a:bodyPr/>
        <a:lstStyle/>
        <a:p>
          <a:r>
            <a:rPr lang="en-US"/>
            <a:t>Selenium ( Testing ) </a:t>
          </a:r>
        </a:p>
      </dgm:t>
    </dgm:pt>
    <dgm:pt modelId="{D3A8C6EF-2869-470C-8EA4-FB4457685C27}" type="parTrans" cxnId="{58E3201E-279B-47D1-80AF-596B014F6D55}">
      <dgm:prSet/>
      <dgm:spPr/>
      <dgm:t>
        <a:bodyPr/>
        <a:lstStyle/>
        <a:p>
          <a:endParaRPr lang="en-US"/>
        </a:p>
      </dgm:t>
    </dgm:pt>
    <dgm:pt modelId="{0EA078C8-A886-4D14-8F06-7F57DBC349DB}" type="sibTrans" cxnId="{58E3201E-279B-47D1-80AF-596B014F6D55}">
      <dgm:prSet/>
      <dgm:spPr/>
      <dgm:t>
        <a:bodyPr/>
        <a:lstStyle/>
        <a:p>
          <a:endParaRPr lang="en-US"/>
        </a:p>
      </dgm:t>
    </dgm:pt>
    <dgm:pt modelId="{BFBCB2D2-FB0F-4DD9-9A0A-E5D2E8AD5032}" type="pres">
      <dgm:prSet presAssocID="{2ADBE3B5-0BEB-42D3-B661-12C3591FD946}" presName="diagram" presStyleCnt="0">
        <dgm:presLayoutVars>
          <dgm:dir/>
          <dgm:resizeHandles val="exact"/>
        </dgm:presLayoutVars>
      </dgm:prSet>
      <dgm:spPr/>
    </dgm:pt>
    <dgm:pt modelId="{62B90C22-2FF3-4F7B-8D66-A9A8BAEB6093}" type="pres">
      <dgm:prSet presAssocID="{6689FFAA-0945-4413-9B39-F65C5EFAD309}" presName="node" presStyleLbl="node1" presStyleIdx="0" presStyleCnt="9">
        <dgm:presLayoutVars>
          <dgm:bulletEnabled val="1"/>
        </dgm:presLayoutVars>
      </dgm:prSet>
      <dgm:spPr/>
    </dgm:pt>
    <dgm:pt modelId="{AFC8F459-B173-4F48-961C-6D21E856210D}" type="pres">
      <dgm:prSet presAssocID="{B13396C1-EF09-4521-B2DF-5CA979F0CEE9}" presName="sibTrans" presStyleCnt="0"/>
      <dgm:spPr/>
    </dgm:pt>
    <dgm:pt modelId="{AADD4731-D7BE-4E10-A3E6-C55CAA22BECE}" type="pres">
      <dgm:prSet presAssocID="{C3BC2F24-FDB5-4144-97EB-C4C014CBFEF3}" presName="node" presStyleLbl="node1" presStyleIdx="1" presStyleCnt="9">
        <dgm:presLayoutVars>
          <dgm:bulletEnabled val="1"/>
        </dgm:presLayoutVars>
      </dgm:prSet>
      <dgm:spPr/>
    </dgm:pt>
    <dgm:pt modelId="{CD2149EB-378D-47D6-A3FF-0EC81BDA177A}" type="pres">
      <dgm:prSet presAssocID="{B11641BF-66D6-40E6-ABEF-790E8A53BCB1}" presName="sibTrans" presStyleCnt="0"/>
      <dgm:spPr/>
    </dgm:pt>
    <dgm:pt modelId="{B96C53E9-DE55-4078-A7F5-4C1367BCDAE8}" type="pres">
      <dgm:prSet presAssocID="{DC9958DE-D2F4-47F6-8A75-E5F128FAA4AD}" presName="node" presStyleLbl="node1" presStyleIdx="2" presStyleCnt="9">
        <dgm:presLayoutVars>
          <dgm:bulletEnabled val="1"/>
        </dgm:presLayoutVars>
      </dgm:prSet>
      <dgm:spPr/>
    </dgm:pt>
    <dgm:pt modelId="{BD5E1111-4AE9-4F47-BCD9-8063729A7C30}" type="pres">
      <dgm:prSet presAssocID="{6A436198-9D88-44C4-B72A-4884F49B383B}" presName="sibTrans" presStyleCnt="0"/>
      <dgm:spPr/>
    </dgm:pt>
    <dgm:pt modelId="{BCD95F0A-512D-450C-8DDC-E334595F31CF}" type="pres">
      <dgm:prSet presAssocID="{14DF3F7E-F2C0-4A18-80A0-146B9B206CDB}" presName="node" presStyleLbl="node1" presStyleIdx="3" presStyleCnt="9">
        <dgm:presLayoutVars>
          <dgm:bulletEnabled val="1"/>
        </dgm:presLayoutVars>
      </dgm:prSet>
      <dgm:spPr/>
    </dgm:pt>
    <dgm:pt modelId="{172B02CE-14C4-40C3-9380-614163CE6D16}" type="pres">
      <dgm:prSet presAssocID="{E93F2CEC-4880-498B-9555-1BBEB2F3CC97}" presName="sibTrans" presStyleCnt="0"/>
      <dgm:spPr/>
    </dgm:pt>
    <dgm:pt modelId="{2E077EC0-4AE4-4EAF-9886-CF90E90E4633}" type="pres">
      <dgm:prSet presAssocID="{F6F92848-ABFF-42FB-86A3-9F345F733014}" presName="node" presStyleLbl="node1" presStyleIdx="4" presStyleCnt="9">
        <dgm:presLayoutVars>
          <dgm:bulletEnabled val="1"/>
        </dgm:presLayoutVars>
      </dgm:prSet>
      <dgm:spPr/>
    </dgm:pt>
    <dgm:pt modelId="{9D2F52DD-07AD-4A8D-8CD8-172C7E8AE360}" type="pres">
      <dgm:prSet presAssocID="{CB17B5CF-68E4-468E-81E4-0A210E8CB0D1}" presName="sibTrans" presStyleCnt="0"/>
      <dgm:spPr/>
    </dgm:pt>
    <dgm:pt modelId="{D12471F8-1EC0-49AC-8AA6-5DCB1D0CD94F}" type="pres">
      <dgm:prSet presAssocID="{DD89F526-3971-4CF5-8DE0-923B273C2341}" presName="node" presStyleLbl="node1" presStyleIdx="5" presStyleCnt="9">
        <dgm:presLayoutVars>
          <dgm:bulletEnabled val="1"/>
        </dgm:presLayoutVars>
      </dgm:prSet>
      <dgm:spPr/>
    </dgm:pt>
    <dgm:pt modelId="{5BCE04A7-25D1-4F0D-A219-9AABBABE6776}" type="pres">
      <dgm:prSet presAssocID="{60E9459B-4AA5-4A30-9D38-FF808C2A3A8F}" presName="sibTrans" presStyleCnt="0"/>
      <dgm:spPr/>
    </dgm:pt>
    <dgm:pt modelId="{6D078CA6-2DD7-458E-A096-461B568732DA}" type="pres">
      <dgm:prSet presAssocID="{9A6E5B5F-648B-411D-B7EB-33D9E2982890}" presName="node" presStyleLbl="node1" presStyleIdx="6" presStyleCnt="9">
        <dgm:presLayoutVars>
          <dgm:bulletEnabled val="1"/>
        </dgm:presLayoutVars>
      </dgm:prSet>
      <dgm:spPr/>
    </dgm:pt>
    <dgm:pt modelId="{2FA03AE0-23B0-409B-9502-7CCF50FE64C5}" type="pres">
      <dgm:prSet presAssocID="{7D6270E8-1F94-4929-93D3-A673E35B92AE}" presName="sibTrans" presStyleCnt="0"/>
      <dgm:spPr/>
    </dgm:pt>
    <dgm:pt modelId="{708CC222-E709-4E80-A172-402957A6316C}" type="pres">
      <dgm:prSet presAssocID="{992D9871-C36F-4996-9F03-B1E32A881ACE}" presName="node" presStyleLbl="node1" presStyleIdx="7" presStyleCnt="9">
        <dgm:presLayoutVars>
          <dgm:bulletEnabled val="1"/>
        </dgm:presLayoutVars>
      </dgm:prSet>
      <dgm:spPr/>
    </dgm:pt>
    <dgm:pt modelId="{4950B087-3212-4FC5-97B4-FEEBF363F13C}" type="pres">
      <dgm:prSet presAssocID="{EB24DF72-610D-4A53-8947-205F339FE468}" presName="sibTrans" presStyleCnt="0"/>
      <dgm:spPr/>
    </dgm:pt>
    <dgm:pt modelId="{6CDDBB3F-46FF-483F-B72F-C53B7CB766C6}" type="pres">
      <dgm:prSet presAssocID="{FC7553EE-6370-411C-AA47-BF60A21E2D3A}" presName="node" presStyleLbl="node1" presStyleIdx="8" presStyleCnt="9">
        <dgm:presLayoutVars>
          <dgm:bulletEnabled val="1"/>
        </dgm:presLayoutVars>
      </dgm:prSet>
      <dgm:spPr/>
    </dgm:pt>
  </dgm:ptLst>
  <dgm:cxnLst>
    <dgm:cxn modelId="{58E3201E-279B-47D1-80AF-596B014F6D55}" srcId="{2ADBE3B5-0BEB-42D3-B661-12C3591FD946}" destId="{FC7553EE-6370-411C-AA47-BF60A21E2D3A}" srcOrd="8" destOrd="0" parTransId="{D3A8C6EF-2869-470C-8EA4-FB4457685C27}" sibTransId="{0EA078C8-A886-4D14-8F06-7F57DBC349DB}"/>
    <dgm:cxn modelId="{96121320-BD0B-4D74-B4EF-1D28D1E5D352}" srcId="{2ADBE3B5-0BEB-42D3-B661-12C3591FD946}" destId="{F6F92848-ABFF-42FB-86A3-9F345F733014}" srcOrd="4" destOrd="0" parTransId="{101395DD-ECD2-472F-B292-632E2AD0EF4E}" sibTransId="{CB17B5CF-68E4-468E-81E4-0A210E8CB0D1}"/>
    <dgm:cxn modelId="{C60FD333-C530-4F95-9551-BA9D9492663A}" type="presOf" srcId="{FC7553EE-6370-411C-AA47-BF60A21E2D3A}" destId="{6CDDBB3F-46FF-483F-B72F-C53B7CB766C6}" srcOrd="0" destOrd="0" presId="urn:microsoft.com/office/officeart/2005/8/layout/default"/>
    <dgm:cxn modelId="{47087C34-44F1-420A-85E2-F6523D67E49B}" type="presOf" srcId="{F6F92848-ABFF-42FB-86A3-9F345F733014}" destId="{2E077EC0-4AE4-4EAF-9886-CF90E90E4633}" srcOrd="0" destOrd="0" presId="urn:microsoft.com/office/officeart/2005/8/layout/default"/>
    <dgm:cxn modelId="{7628B935-B932-46F6-843D-CA4DF9539966}" type="presOf" srcId="{DD89F526-3971-4CF5-8DE0-923B273C2341}" destId="{D12471F8-1EC0-49AC-8AA6-5DCB1D0CD94F}" srcOrd="0" destOrd="0" presId="urn:microsoft.com/office/officeart/2005/8/layout/default"/>
    <dgm:cxn modelId="{AC1F5549-7C18-4155-A559-C4361B365AA7}" type="presOf" srcId="{992D9871-C36F-4996-9F03-B1E32A881ACE}" destId="{708CC222-E709-4E80-A172-402957A6316C}" srcOrd="0" destOrd="0" presId="urn:microsoft.com/office/officeart/2005/8/layout/default"/>
    <dgm:cxn modelId="{7F18A050-A5B2-49B9-A2E7-B32BA82F2B43}" type="presOf" srcId="{2ADBE3B5-0BEB-42D3-B661-12C3591FD946}" destId="{BFBCB2D2-FB0F-4DD9-9A0A-E5D2E8AD5032}" srcOrd="0" destOrd="0" presId="urn:microsoft.com/office/officeart/2005/8/layout/default"/>
    <dgm:cxn modelId="{CD44967C-531C-403F-AF90-1025EB8FDE0F}" srcId="{2ADBE3B5-0BEB-42D3-B661-12C3591FD946}" destId="{DD89F526-3971-4CF5-8DE0-923B273C2341}" srcOrd="5" destOrd="0" parTransId="{BEA32A8C-DEC0-40BE-A088-574BD6573516}" sibTransId="{60E9459B-4AA5-4A30-9D38-FF808C2A3A8F}"/>
    <dgm:cxn modelId="{EC5D6380-6590-4831-B091-09E8B804FD6F}" srcId="{2ADBE3B5-0BEB-42D3-B661-12C3591FD946}" destId="{9A6E5B5F-648B-411D-B7EB-33D9E2982890}" srcOrd="6" destOrd="0" parTransId="{918AEE5A-6ADD-455F-8A3E-1C70166D7DC7}" sibTransId="{7D6270E8-1F94-4929-93D3-A673E35B92AE}"/>
    <dgm:cxn modelId="{13663E8D-93C4-429A-9C96-5AD7A7276595}" srcId="{2ADBE3B5-0BEB-42D3-B661-12C3591FD946}" destId="{C3BC2F24-FDB5-4144-97EB-C4C014CBFEF3}" srcOrd="1" destOrd="0" parTransId="{804501D1-F602-431E-A001-292402629E35}" sibTransId="{B11641BF-66D6-40E6-ABEF-790E8A53BCB1}"/>
    <dgm:cxn modelId="{CE0BCE9C-348C-42B3-8937-FA23E122BE94}" srcId="{2ADBE3B5-0BEB-42D3-B661-12C3591FD946}" destId="{992D9871-C36F-4996-9F03-B1E32A881ACE}" srcOrd="7" destOrd="0" parTransId="{AB57C4BF-69CC-4C9C-BCA5-AC2E379127C3}" sibTransId="{EB24DF72-610D-4A53-8947-205F339FE468}"/>
    <dgm:cxn modelId="{4CA4CCA5-E808-4F59-A860-9F42374E7622}" type="presOf" srcId="{C3BC2F24-FDB5-4144-97EB-C4C014CBFEF3}" destId="{AADD4731-D7BE-4E10-A3E6-C55CAA22BECE}" srcOrd="0" destOrd="0" presId="urn:microsoft.com/office/officeart/2005/8/layout/default"/>
    <dgm:cxn modelId="{93DF33AD-3E5F-4E13-8482-1C4EC12626BF}" srcId="{2ADBE3B5-0BEB-42D3-B661-12C3591FD946}" destId="{14DF3F7E-F2C0-4A18-80A0-146B9B206CDB}" srcOrd="3" destOrd="0" parTransId="{1000A6BE-24F1-4C21-9E5C-387F7EF9DEEA}" sibTransId="{E93F2CEC-4880-498B-9555-1BBEB2F3CC97}"/>
    <dgm:cxn modelId="{D9A6FCAE-A817-4D97-9002-30E1ED80239B}" type="presOf" srcId="{DC9958DE-D2F4-47F6-8A75-E5F128FAA4AD}" destId="{B96C53E9-DE55-4078-A7F5-4C1367BCDAE8}" srcOrd="0" destOrd="0" presId="urn:microsoft.com/office/officeart/2005/8/layout/default"/>
    <dgm:cxn modelId="{2A50B1B5-B6B4-46CC-AA55-98A76DE85083}" type="presOf" srcId="{6689FFAA-0945-4413-9B39-F65C5EFAD309}" destId="{62B90C22-2FF3-4F7B-8D66-A9A8BAEB6093}" srcOrd="0" destOrd="0" presId="urn:microsoft.com/office/officeart/2005/8/layout/default"/>
    <dgm:cxn modelId="{1CC4B9B9-A793-4192-A1AB-F0E6ED6742BD}" type="presOf" srcId="{9A6E5B5F-648B-411D-B7EB-33D9E2982890}" destId="{6D078CA6-2DD7-458E-A096-461B568732DA}" srcOrd="0" destOrd="0" presId="urn:microsoft.com/office/officeart/2005/8/layout/default"/>
    <dgm:cxn modelId="{56A593D1-80FB-43ED-9ED6-760DEBF25E21}" srcId="{2ADBE3B5-0BEB-42D3-B661-12C3591FD946}" destId="{6689FFAA-0945-4413-9B39-F65C5EFAD309}" srcOrd="0" destOrd="0" parTransId="{32E1F537-A90B-409B-99CC-3FC936E200A2}" sibTransId="{B13396C1-EF09-4521-B2DF-5CA979F0CEE9}"/>
    <dgm:cxn modelId="{B495F4D3-5B29-4E79-AF51-DE631D141A09}" srcId="{2ADBE3B5-0BEB-42D3-B661-12C3591FD946}" destId="{DC9958DE-D2F4-47F6-8A75-E5F128FAA4AD}" srcOrd="2" destOrd="0" parTransId="{6F531028-9C5B-44B5-8ABD-891579B56334}" sibTransId="{6A436198-9D88-44C4-B72A-4884F49B383B}"/>
    <dgm:cxn modelId="{400147FD-6455-413B-ACCC-225B0D230A28}" type="presOf" srcId="{14DF3F7E-F2C0-4A18-80A0-146B9B206CDB}" destId="{BCD95F0A-512D-450C-8DDC-E334595F31CF}" srcOrd="0" destOrd="0" presId="urn:microsoft.com/office/officeart/2005/8/layout/default"/>
    <dgm:cxn modelId="{1EE0ADF5-13B7-4E3D-9F61-EB441C77D954}" type="presParOf" srcId="{BFBCB2D2-FB0F-4DD9-9A0A-E5D2E8AD5032}" destId="{62B90C22-2FF3-4F7B-8D66-A9A8BAEB6093}" srcOrd="0" destOrd="0" presId="urn:microsoft.com/office/officeart/2005/8/layout/default"/>
    <dgm:cxn modelId="{D66B7C17-A709-4337-9E0D-F32D1C75A5B5}" type="presParOf" srcId="{BFBCB2D2-FB0F-4DD9-9A0A-E5D2E8AD5032}" destId="{AFC8F459-B173-4F48-961C-6D21E856210D}" srcOrd="1" destOrd="0" presId="urn:microsoft.com/office/officeart/2005/8/layout/default"/>
    <dgm:cxn modelId="{8DD64B1B-0C79-40A4-9DF8-EA68B352DDEE}" type="presParOf" srcId="{BFBCB2D2-FB0F-4DD9-9A0A-E5D2E8AD5032}" destId="{AADD4731-D7BE-4E10-A3E6-C55CAA22BECE}" srcOrd="2" destOrd="0" presId="urn:microsoft.com/office/officeart/2005/8/layout/default"/>
    <dgm:cxn modelId="{EF588626-C503-420A-9EA5-06A77DFB09D2}" type="presParOf" srcId="{BFBCB2D2-FB0F-4DD9-9A0A-E5D2E8AD5032}" destId="{CD2149EB-378D-47D6-A3FF-0EC81BDA177A}" srcOrd="3" destOrd="0" presId="urn:microsoft.com/office/officeart/2005/8/layout/default"/>
    <dgm:cxn modelId="{39C84EA2-8D2C-4333-AB33-AF2D2B4B59F5}" type="presParOf" srcId="{BFBCB2D2-FB0F-4DD9-9A0A-E5D2E8AD5032}" destId="{B96C53E9-DE55-4078-A7F5-4C1367BCDAE8}" srcOrd="4" destOrd="0" presId="urn:microsoft.com/office/officeart/2005/8/layout/default"/>
    <dgm:cxn modelId="{C3994403-70F3-482E-8951-5B7C905F5009}" type="presParOf" srcId="{BFBCB2D2-FB0F-4DD9-9A0A-E5D2E8AD5032}" destId="{BD5E1111-4AE9-4F47-BCD9-8063729A7C30}" srcOrd="5" destOrd="0" presId="urn:microsoft.com/office/officeart/2005/8/layout/default"/>
    <dgm:cxn modelId="{4B088DD0-D169-423A-8315-82185D72D539}" type="presParOf" srcId="{BFBCB2D2-FB0F-4DD9-9A0A-E5D2E8AD5032}" destId="{BCD95F0A-512D-450C-8DDC-E334595F31CF}" srcOrd="6" destOrd="0" presId="urn:microsoft.com/office/officeart/2005/8/layout/default"/>
    <dgm:cxn modelId="{03FE6C7B-BB84-46F4-9821-A1FFDD36E72F}" type="presParOf" srcId="{BFBCB2D2-FB0F-4DD9-9A0A-E5D2E8AD5032}" destId="{172B02CE-14C4-40C3-9380-614163CE6D16}" srcOrd="7" destOrd="0" presId="urn:microsoft.com/office/officeart/2005/8/layout/default"/>
    <dgm:cxn modelId="{94BBB154-2C6E-4524-A64D-3A4D76BB41AF}" type="presParOf" srcId="{BFBCB2D2-FB0F-4DD9-9A0A-E5D2E8AD5032}" destId="{2E077EC0-4AE4-4EAF-9886-CF90E90E4633}" srcOrd="8" destOrd="0" presId="urn:microsoft.com/office/officeart/2005/8/layout/default"/>
    <dgm:cxn modelId="{C70AA4B9-1366-4CC0-B6D2-DDFFBD5F6475}" type="presParOf" srcId="{BFBCB2D2-FB0F-4DD9-9A0A-E5D2E8AD5032}" destId="{9D2F52DD-07AD-4A8D-8CD8-172C7E8AE360}" srcOrd="9" destOrd="0" presId="urn:microsoft.com/office/officeart/2005/8/layout/default"/>
    <dgm:cxn modelId="{3617DE68-46DE-43C9-821F-69C5BA081EC2}" type="presParOf" srcId="{BFBCB2D2-FB0F-4DD9-9A0A-E5D2E8AD5032}" destId="{D12471F8-1EC0-49AC-8AA6-5DCB1D0CD94F}" srcOrd="10" destOrd="0" presId="urn:microsoft.com/office/officeart/2005/8/layout/default"/>
    <dgm:cxn modelId="{8D9DFA87-6BC7-41CC-B632-F2E77CD95048}" type="presParOf" srcId="{BFBCB2D2-FB0F-4DD9-9A0A-E5D2E8AD5032}" destId="{5BCE04A7-25D1-4F0D-A219-9AABBABE6776}" srcOrd="11" destOrd="0" presId="urn:microsoft.com/office/officeart/2005/8/layout/default"/>
    <dgm:cxn modelId="{9964A897-161F-44B0-8AFE-E66C28F55D75}" type="presParOf" srcId="{BFBCB2D2-FB0F-4DD9-9A0A-E5D2E8AD5032}" destId="{6D078CA6-2DD7-458E-A096-461B568732DA}" srcOrd="12" destOrd="0" presId="urn:microsoft.com/office/officeart/2005/8/layout/default"/>
    <dgm:cxn modelId="{ECC4EEE5-DD4F-4348-95FB-9BB3EC1D1AAA}" type="presParOf" srcId="{BFBCB2D2-FB0F-4DD9-9A0A-E5D2E8AD5032}" destId="{2FA03AE0-23B0-409B-9502-7CCF50FE64C5}" srcOrd="13" destOrd="0" presId="urn:microsoft.com/office/officeart/2005/8/layout/default"/>
    <dgm:cxn modelId="{B68987D0-27BC-4DEE-8AA1-C3343F6EE748}" type="presParOf" srcId="{BFBCB2D2-FB0F-4DD9-9A0A-E5D2E8AD5032}" destId="{708CC222-E709-4E80-A172-402957A6316C}" srcOrd="14" destOrd="0" presId="urn:microsoft.com/office/officeart/2005/8/layout/default"/>
    <dgm:cxn modelId="{3BFA238E-DBBC-44DD-A4D4-A742BF5AA325}" type="presParOf" srcId="{BFBCB2D2-FB0F-4DD9-9A0A-E5D2E8AD5032}" destId="{4950B087-3212-4FC5-97B4-FEEBF363F13C}" srcOrd="15" destOrd="0" presId="urn:microsoft.com/office/officeart/2005/8/layout/default"/>
    <dgm:cxn modelId="{3D069C99-085A-4870-97AF-0C52624C43D7}" type="presParOf" srcId="{BFBCB2D2-FB0F-4DD9-9A0A-E5D2E8AD5032}" destId="{6CDDBB3F-46FF-483F-B72F-C53B7CB766C6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306E37-D850-43F7-A1D4-A93F5DA02984}">
      <dsp:nvSpPr>
        <dsp:cNvPr id="0" name=""/>
        <dsp:cNvSpPr/>
      </dsp:nvSpPr>
      <dsp:spPr>
        <a:xfrm>
          <a:off x="62939" y="938"/>
          <a:ext cx="2058647" cy="123518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Ease of access</a:t>
          </a:r>
          <a:r>
            <a:rPr lang="en-GB" sz="1500" kern="1200" dirty="0"/>
            <a:t> </a:t>
          </a:r>
          <a:r>
            <a:rPr lang="en-GB" sz="1500" i="1" kern="1200" dirty="0"/>
            <a:t>an ai‑driven accessibility &amp; interaction system</a:t>
          </a:r>
          <a:endParaRPr lang="en-US" sz="1500" kern="1200" dirty="0"/>
        </a:p>
      </dsp:txBody>
      <dsp:txXfrm>
        <a:off x="62939" y="938"/>
        <a:ext cx="2058647" cy="1235188"/>
      </dsp:txXfrm>
    </dsp:sp>
    <dsp:sp modelId="{8B5A6B34-B049-4114-929B-2EED3541E0A1}">
      <dsp:nvSpPr>
        <dsp:cNvPr id="0" name=""/>
        <dsp:cNvSpPr/>
      </dsp:nvSpPr>
      <dsp:spPr>
        <a:xfrm>
          <a:off x="2327452" y="938"/>
          <a:ext cx="2058647" cy="123518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Bridges the gap between traditional accessibility tools and modern ai interaction</a:t>
          </a:r>
          <a:endParaRPr lang="en-US" sz="1500" kern="1200" dirty="0"/>
        </a:p>
      </dsp:txBody>
      <dsp:txXfrm>
        <a:off x="2327452" y="938"/>
        <a:ext cx="2058647" cy="1235188"/>
      </dsp:txXfrm>
    </dsp:sp>
    <dsp:sp modelId="{B1D194F1-1C21-412F-8E9E-61FB49211DAC}">
      <dsp:nvSpPr>
        <dsp:cNvPr id="0" name=""/>
        <dsp:cNvSpPr/>
      </dsp:nvSpPr>
      <dsp:spPr>
        <a:xfrm>
          <a:off x="4591964" y="938"/>
          <a:ext cx="2058647" cy="123518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Enables new ways to navigate and control a system when standard </a:t>
          </a:r>
          <a:r>
            <a:rPr lang="en-GB" sz="1500" kern="1200" dirty="0" err="1"/>
            <a:t>i</a:t>
          </a:r>
          <a:r>
            <a:rPr lang="en-GB" sz="1500" kern="1200" dirty="0"/>
            <a:t>/o devices fail</a:t>
          </a:r>
          <a:endParaRPr lang="en-US" sz="1500" kern="1200" dirty="0"/>
        </a:p>
      </dsp:txBody>
      <dsp:txXfrm>
        <a:off x="4591964" y="938"/>
        <a:ext cx="2058647" cy="1235188"/>
      </dsp:txXfrm>
    </dsp:sp>
    <dsp:sp modelId="{E8425C86-5D0B-474C-A706-15528BF905C5}">
      <dsp:nvSpPr>
        <dsp:cNvPr id="0" name=""/>
        <dsp:cNvSpPr/>
      </dsp:nvSpPr>
      <dsp:spPr>
        <a:xfrm>
          <a:off x="62939" y="1441991"/>
          <a:ext cx="2058647" cy="123518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Supports users who find conventional devices difficult to use</a:t>
          </a:r>
          <a:endParaRPr lang="en-US" sz="1500" kern="1200" dirty="0"/>
        </a:p>
      </dsp:txBody>
      <dsp:txXfrm>
        <a:off x="62939" y="1441991"/>
        <a:ext cx="2058647" cy="1235188"/>
      </dsp:txXfrm>
    </dsp:sp>
    <dsp:sp modelId="{DC520859-FD68-4523-A79C-041E50871194}">
      <dsp:nvSpPr>
        <dsp:cNvPr id="0" name=""/>
        <dsp:cNvSpPr/>
      </dsp:nvSpPr>
      <dsp:spPr>
        <a:xfrm>
          <a:off x="2327452" y="1441991"/>
          <a:ext cx="2058647" cy="123518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Unifies accessibility features into a modular winui3 / </a:t>
          </a:r>
          <a:r>
            <a:rPr lang="en-GB" sz="1500" kern="1200" dirty="0" err="1"/>
            <a:t>wpf</a:t>
          </a:r>
          <a:r>
            <a:rPr lang="en-GB" sz="1500" kern="1200" dirty="0"/>
            <a:t> system</a:t>
          </a:r>
          <a:endParaRPr lang="en-US" sz="1500" kern="1200" dirty="0"/>
        </a:p>
      </dsp:txBody>
      <dsp:txXfrm>
        <a:off x="2327452" y="1441991"/>
        <a:ext cx="2058647" cy="1235188"/>
      </dsp:txXfrm>
    </dsp:sp>
    <dsp:sp modelId="{EA343BD1-2712-4F46-84DC-7174B3C23033}">
      <dsp:nvSpPr>
        <dsp:cNvPr id="0" name=""/>
        <dsp:cNvSpPr/>
      </dsp:nvSpPr>
      <dsp:spPr>
        <a:xfrm>
          <a:off x="4591964" y="1441991"/>
          <a:ext cx="2058647" cy="123518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Runs as an integrated background service</a:t>
          </a:r>
          <a:endParaRPr lang="en-US" sz="1500" kern="1200" dirty="0"/>
        </a:p>
      </dsp:txBody>
      <dsp:txXfrm>
        <a:off x="4591964" y="1441991"/>
        <a:ext cx="2058647" cy="1235188"/>
      </dsp:txXfrm>
    </dsp:sp>
    <dsp:sp modelId="{D5132433-09E9-4378-995F-FAC6E05233A5}">
      <dsp:nvSpPr>
        <dsp:cNvPr id="0" name=""/>
        <dsp:cNvSpPr/>
      </dsp:nvSpPr>
      <dsp:spPr>
        <a:xfrm>
          <a:off x="1195195" y="2883045"/>
          <a:ext cx="2058647" cy="123518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Adapts to different accessibility requirements without overwhelming the user</a:t>
          </a:r>
          <a:endParaRPr lang="en-US" sz="1500" kern="1200" dirty="0"/>
        </a:p>
      </dsp:txBody>
      <dsp:txXfrm>
        <a:off x="1195195" y="2883045"/>
        <a:ext cx="2058647" cy="1235188"/>
      </dsp:txXfrm>
    </dsp:sp>
    <dsp:sp modelId="{0B98607B-A9E1-4AD8-85D8-24601A660641}">
      <dsp:nvSpPr>
        <dsp:cNvPr id="0" name=""/>
        <dsp:cNvSpPr/>
      </dsp:nvSpPr>
      <dsp:spPr>
        <a:xfrm>
          <a:off x="3459708" y="2883045"/>
          <a:ext cx="2058647" cy="123518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Supports multiple input avenues (keyboard‑as‑mouse, physical movement, etc.)</a:t>
          </a:r>
          <a:endParaRPr lang="en-US" sz="1500" kern="1200" dirty="0"/>
        </a:p>
      </dsp:txBody>
      <dsp:txXfrm>
        <a:off x="3459708" y="2883045"/>
        <a:ext cx="2058647" cy="12351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41ED9-B15E-42B4-B4D8-B79D475179E8}">
      <dsp:nvSpPr>
        <dsp:cNvPr id="0" name=""/>
        <dsp:cNvSpPr/>
      </dsp:nvSpPr>
      <dsp:spPr>
        <a:xfrm>
          <a:off x="3054217" y="679139"/>
          <a:ext cx="524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19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2446" y="722085"/>
        <a:ext cx="27739" cy="5547"/>
      </dsp:txXfrm>
    </dsp:sp>
    <dsp:sp modelId="{52220815-B01A-4643-8D92-0440CD994B3B}">
      <dsp:nvSpPr>
        <dsp:cNvPr id="0" name=""/>
        <dsp:cNvSpPr/>
      </dsp:nvSpPr>
      <dsp:spPr>
        <a:xfrm>
          <a:off x="643847" y="1208"/>
          <a:ext cx="2412169" cy="14473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Hands‑free control</a:t>
          </a:r>
          <a:endParaRPr lang="en-US" sz="2100" kern="1200"/>
        </a:p>
      </dsp:txBody>
      <dsp:txXfrm>
        <a:off x="643847" y="1208"/>
        <a:ext cx="2412169" cy="1447301"/>
      </dsp:txXfrm>
    </dsp:sp>
    <dsp:sp modelId="{8528216E-FB0E-42FD-93C4-DFF663904531}">
      <dsp:nvSpPr>
        <dsp:cNvPr id="0" name=""/>
        <dsp:cNvSpPr/>
      </dsp:nvSpPr>
      <dsp:spPr>
        <a:xfrm>
          <a:off x="1849932" y="1446710"/>
          <a:ext cx="2966968" cy="524198"/>
        </a:xfrm>
        <a:custGeom>
          <a:avLst/>
          <a:gdLst/>
          <a:ahLst/>
          <a:cxnLst/>
          <a:rect l="0" t="0" r="0" b="0"/>
          <a:pathLst>
            <a:path>
              <a:moveTo>
                <a:pt x="2966968" y="0"/>
              </a:moveTo>
              <a:lnTo>
                <a:pt x="2966968" y="279199"/>
              </a:lnTo>
              <a:lnTo>
                <a:pt x="0" y="279199"/>
              </a:lnTo>
              <a:lnTo>
                <a:pt x="0" y="52419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7956" y="1706035"/>
        <a:ext cx="150919" cy="5547"/>
      </dsp:txXfrm>
    </dsp:sp>
    <dsp:sp modelId="{F586085D-D420-4267-9A63-5B377CEBA061}">
      <dsp:nvSpPr>
        <dsp:cNvPr id="0" name=""/>
        <dsp:cNvSpPr/>
      </dsp:nvSpPr>
      <dsp:spPr>
        <a:xfrm>
          <a:off x="3610815" y="1208"/>
          <a:ext cx="2412169" cy="144730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Gesture‑based navigation</a:t>
          </a:r>
          <a:endParaRPr lang="en-US" sz="2100" kern="1200"/>
        </a:p>
      </dsp:txBody>
      <dsp:txXfrm>
        <a:off x="3610815" y="1208"/>
        <a:ext cx="2412169" cy="1447301"/>
      </dsp:txXfrm>
    </dsp:sp>
    <dsp:sp modelId="{CC27B365-391C-4598-A0C6-95BF3B4BA25B}">
      <dsp:nvSpPr>
        <dsp:cNvPr id="0" name=""/>
        <dsp:cNvSpPr/>
      </dsp:nvSpPr>
      <dsp:spPr>
        <a:xfrm>
          <a:off x="3054217" y="2681240"/>
          <a:ext cx="524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198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2446" y="2724186"/>
        <a:ext cx="27739" cy="5547"/>
      </dsp:txXfrm>
    </dsp:sp>
    <dsp:sp modelId="{50FFC769-E0F5-42F9-B05C-704F1B3EF8E5}">
      <dsp:nvSpPr>
        <dsp:cNvPr id="0" name=""/>
        <dsp:cNvSpPr/>
      </dsp:nvSpPr>
      <dsp:spPr>
        <a:xfrm>
          <a:off x="643847" y="2003309"/>
          <a:ext cx="2412169" cy="14473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Open‑ended actions mapped to any gesture</a:t>
          </a:r>
          <a:endParaRPr lang="en-US" sz="2100" kern="1200"/>
        </a:p>
      </dsp:txBody>
      <dsp:txXfrm>
        <a:off x="643847" y="2003309"/>
        <a:ext cx="2412169" cy="1447301"/>
      </dsp:txXfrm>
    </dsp:sp>
    <dsp:sp modelId="{8D95BB2A-E5C2-4964-8628-5A3FCA3BA29B}">
      <dsp:nvSpPr>
        <dsp:cNvPr id="0" name=""/>
        <dsp:cNvSpPr/>
      </dsp:nvSpPr>
      <dsp:spPr>
        <a:xfrm>
          <a:off x="1849932" y="3448810"/>
          <a:ext cx="2966968" cy="524198"/>
        </a:xfrm>
        <a:custGeom>
          <a:avLst/>
          <a:gdLst/>
          <a:ahLst/>
          <a:cxnLst/>
          <a:rect l="0" t="0" r="0" b="0"/>
          <a:pathLst>
            <a:path>
              <a:moveTo>
                <a:pt x="2966968" y="0"/>
              </a:moveTo>
              <a:lnTo>
                <a:pt x="2966968" y="279199"/>
              </a:lnTo>
              <a:lnTo>
                <a:pt x="0" y="279199"/>
              </a:lnTo>
              <a:lnTo>
                <a:pt x="0" y="52419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7956" y="3708136"/>
        <a:ext cx="150919" cy="5547"/>
      </dsp:txXfrm>
    </dsp:sp>
    <dsp:sp modelId="{B92E2682-0F05-4277-A82D-F720AD3CDD64}">
      <dsp:nvSpPr>
        <dsp:cNvPr id="0" name=""/>
        <dsp:cNvSpPr/>
      </dsp:nvSpPr>
      <dsp:spPr>
        <a:xfrm>
          <a:off x="3610815" y="2003309"/>
          <a:ext cx="2412169" cy="14473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Supports flexible user‑defined interactions</a:t>
          </a:r>
          <a:endParaRPr lang="en-US" sz="2100" kern="1200"/>
        </a:p>
      </dsp:txBody>
      <dsp:txXfrm>
        <a:off x="3610815" y="2003309"/>
        <a:ext cx="2412169" cy="1447301"/>
      </dsp:txXfrm>
    </dsp:sp>
    <dsp:sp modelId="{AA6D7681-02D6-43B1-913C-91A88A4C1451}">
      <dsp:nvSpPr>
        <dsp:cNvPr id="0" name=""/>
        <dsp:cNvSpPr/>
      </dsp:nvSpPr>
      <dsp:spPr>
        <a:xfrm>
          <a:off x="3054217" y="4683340"/>
          <a:ext cx="524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198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2446" y="4726286"/>
        <a:ext cx="27739" cy="5547"/>
      </dsp:txXfrm>
    </dsp:sp>
    <dsp:sp modelId="{4D83DF74-5D97-47CC-B1DF-AA7B451D7AE3}">
      <dsp:nvSpPr>
        <dsp:cNvPr id="0" name=""/>
        <dsp:cNvSpPr/>
      </dsp:nvSpPr>
      <dsp:spPr>
        <a:xfrm>
          <a:off x="643847" y="4005409"/>
          <a:ext cx="2412169" cy="144730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Visual disorder assistance with wavelength filters</a:t>
          </a:r>
          <a:endParaRPr lang="en-US" sz="2100" kern="1200"/>
        </a:p>
      </dsp:txBody>
      <dsp:txXfrm>
        <a:off x="643847" y="4005409"/>
        <a:ext cx="2412169" cy="1447301"/>
      </dsp:txXfrm>
    </dsp:sp>
    <dsp:sp modelId="{C53A1970-CE95-45BF-83AC-106457E40381}">
      <dsp:nvSpPr>
        <dsp:cNvPr id="0" name=""/>
        <dsp:cNvSpPr/>
      </dsp:nvSpPr>
      <dsp:spPr>
        <a:xfrm>
          <a:off x="3610815" y="4005409"/>
          <a:ext cx="2412169" cy="14473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Protects eyes and nervous system from specific triggers</a:t>
          </a:r>
          <a:endParaRPr lang="en-US" sz="2100" kern="1200"/>
        </a:p>
      </dsp:txBody>
      <dsp:txXfrm>
        <a:off x="3610815" y="4005409"/>
        <a:ext cx="2412169" cy="14473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1E06E-F6D2-4F09-B136-18340D7EE6BC}">
      <dsp:nvSpPr>
        <dsp:cNvPr id="0" name=""/>
        <dsp:cNvSpPr/>
      </dsp:nvSpPr>
      <dsp:spPr>
        <a:xfrm>
          <a:off x="3468094" y="265431"/>
          <a:ext cx="3655123" cy="3655123"/>
        </a:xfrm>
        <a:prstGeom prst="pie">
          <a:avLst>
            <a:gd name="adj1" fmla="val 16200000"/>
            <a:gd name="adj2" fmla="val 1928571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/>
            <a:t>Rapid task execution</a:t>
          </a:r>
          <a:endParaRPr lang="en-US" sz="1000" kern="1200"/>
        </a:p>
      </dsp:txBody>
      <dsp:txXfrm>
        <a:off x="5388340" y="604835"/>
        <a:ext cx="870267" cy="696214"/>
      </dsp:txXfrm>
    </dsp:sp>
    <dsp:sp modelId="{BDA9DCDC-F4DA-4136-9F58-9A9D4F9B93D4}">
      <dsp:nvSpPr>
        <dsp:cNvPr id="0" name=""/>
        <dsp:cNvSpPr/>
      </dsp:nvSpPr>
      <dsp:spPr>
        <a:xfrm>
          <a:off x="3515089" y="324174"/>
          <a:ext cx="3655123" cy="3655123"/>
        </a:xfrm>
        <a:prstGeom prst="pie">
          <a:avLst>
            <a:gd name="adj1" fmla="val 19285716"/>
            <a:gd name="adj2" fmla="val 77142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Near‑infinite hotkey hooks</a:t>
          </a:r>
          <a:endParaRPr lang="en-US" sz="1000" kern="1200"/>
        </a:p>
      </dsp:txBody>
      <dsp:txXfrm>
        <a:off x="5997527" y="1649157"/>
        <a:ext cx="1000807" cy="609187"/>
      </dsp:txXfrm>
    </dsp:sp>
    <dsp:sp modelId="{6380F7FA-3500-470F-9168-2CDE603E26D9}">
      <dsp:nvSpPr>
        <dsp:cNvPr id="0" name=""/>
        <dsp:cNvSpPr/>
      </dsp:nvSpPr>
      <dsp:spPr>
        <a:xfrm>
          <a:off x="3498118" y="398147"/>
          <a:ext cx="3655123" cy="3655123"/>
        </a:xfrm>
        <a:prstGeom prst="pie">
          <a:avLst>
            <a:gd name="adj1" fmla="val 771428"/>
            <a:gd name="adj2" fmla="val 385714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Intelligent conflict detection</a:t>
          </a:r>
          <a:endParaRPr lang="en-US" sz="1000" kern="1200"/>
        </a:p>
      </dsp:txBody>
      <dsp:txXfrm>
        <a:off x="5845230" y="2562938"/>
        <a:ext cx="870267" cy="674457"/>
      </dsp:txXfrm>
    </dsp:sp>
    <dsp:sp modelId="{08A1E2AA-D90A-4AAF-8D53-011DC689932E}">
      <dsp:nvSpPr>
        <dsp:cNvPr id="0" name=""/>
        <dsp:cNvSpPr/>
      </dsp:nvSpPr>
      <dsp:spPr>
        <a:xfrm>
          <a:off x="3430238" y="430782"/>
          <a:ext cx="3655123" cy="3655123"/>
        </a:xfrm>
        <a:prstGeom prst="pie">
          <a:avLst>
            <a:gd name="adj1" fmla="val 3857226"/>
            <a:gd name="adj2" fmla="val 694285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Guidance for resolving hotkey overlaps</a:t>
          </a:r>
          <a:endParaRPr lang="en-US" sz="1000" kern="1200"/>
        </a:p>
      </dsp:txBody>
      <dsp:txXfrm>
        <a:off x="4833544" y="3302665"/>
        <a:ext cx="848510" cy="609187"/>
      </dsp:txXfrm>
    </dsp:sp>
    <dsp:sp modelId="{A7E846B4-9C44-40E1-8C0C-093D8C958A4F}">
      <dsp:nvSpPr>
        <dsp:cNvPr id="0" name=""/>
        <dsp:cNvSpPr/>
      </dsp:nvSpPr>
      <dsp:spPr>
        <a:xfrm>
          <a:off x="3362357" y="398147"/>
          <a:ext cx="3655123" cy="3655123"/>
        </a:xfrm>
        <a:prstGeom prst="pie">
          <a:avLst>
            <a:gd name="adj1" fmla="val 6942858"/>
            <a:gd name="adj2" fmla="val 1002857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Quick access to commands and shortcuts</a:t>
          </a:r>
          <a:endParaRPr lang="en-US" sz="1000" kern="1200"/>
        </a:p>
      </dsp:txBody>
      <dsp:txXfrm>
        <a:off x="3800101" y="2562938"/>
        <a:ext cx="870267" cy="674457"/>
      </dsp:txXfrm>
    </dsp:sp>
    <dsp:sp modelId="{30D8BEF0-D54F-4183-B270-F5C0E3B89DF3}">
      <dsp:nvSpPr>
        <dsp:cNvPr id="0" name=""/>
        <dsp:cNvSpPr/>
      </dsp:nvSpPr>
      <dsp:spPr>
        <a:xfrm>
          <a:off x="3345386" y="324174"/>
          <a:ext cx="3655123" cy="3655123"/>
        </a:xfrm>
        <a:prstGeom prst="pie">
          <a:avLst>
            <a:gd name="adj1" fmla="val 10028574"/>
            <a:gd name="adj2" fmla="val 1311428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No workflow interruption</a:t>
          </a:r>
          <a:endParaRPr lang="en-US" sz="1000" kern="1200"/>
        </a:p>
      </dsp:txBody>
      <dsp:txXfrm>
        <a:off x="3517264" y="1649157"/>
        <a:ext cx="1000807" cy="609187"/>
      </dsp:txXfrm>
    </dsp:sp>
    <dsp:sp modelId="{EF409EA7-5B59-489F-B9D0-D37868060724}">
      <dsp:nvSpPr>
        <dsp:cNvPr id="0" name=""/>
        <dsp:cNvSpPr/>
      </dsp:nvSpPr>
      <dsp:spPr>
        <a:xfrm>
          <a:off x="3392381" y="265431"/>
          <a:ext cx="3655123" cy="3655123"/>
        </a:xfrm>
        <a:prstGeom prst="pie">
          <a:avLst>
            <a:gd name="adj1" fmla="val 13114284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Single‑press assistive actions</a:t>
          </a:r>
          <a:endParaRPr lang="en-US" sz="1000" kern="1200"/>
        </a:p>
      </dsp:txBody>
      <dsp:txXfrm>
        <a:off x="4256992" y="604835"/>
        <a:ext cx="870267" cy="696214"/>
      </dsp:txXfrm>
    </dsp:sp>
    <dsp:sp modelId="{FE5723B9-AE44-4E57-BF72-EFAFAE9192AF}">
      <dsp:nvSpPr>
        <dsp:cNvPr id="0" name=""/>
        <dsp:cNvSpPr/>
      </dsp:nvSpPr>
      <dsp:spPr>
        <a:xfrm>
          <a:off x="3241642" y="39162"/>
          <a:ext cx="4107663" cy="4107663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solidFill>
          <a:srgbClr val="FFFF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095F6-C38A-4C2F-8A66-C18EE2A31647}">
      <dsp:nvSpPr>
        <dsp:cNvPr id="0" name=""/>
        <dsp:cNvSpPr/>
      </dsp:nvSpPr>
      <dsp:spPr>
        <a:xfrm>
          <a:off x="3449706" y="37905"/>
          <a:ext cx="4107663" cy="4107663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2BBB2-4FF2-478E-80F7-F47B906EDF8B}">
      <dsp:nvSpPr>
        <dsp:cNvPr id="0" name=""/>
        <dsp:cNvSpPr/>
      </dsp:nvSpPr>
      <dsp:spPr>
        <a:xfrm>
          <a:off x="3271902" y="171966"/>
          <a:ext cx="4107663" cy="4107663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1854F-D032-41CD-B2B5-7D32DFA0F276}">
      <dsp:nvSpPr>
        <dsp:cNvPr id="0" name=""/>
        <dsp:cNvSpPr/>
      </dsp:nvSpPr>
      <dsp:spPr>
        <a:xfrm>
          <a:off x="3203968" y="204417"/>
          <a:ext cx="4107663" cy="4107663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solidFill>
          <a:srgbClr val="FFFF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B8BA7-F5BE-43B4-9FCD-1B70CB8AE4B4}">
      <dsp:nvSpPr>
        <dsp:cNvPr id="0" name=""/>
        <dsp:cNvSpPr/>
      </dsp:nvSpPr>
      <dsp:spPr>
        <a:xfrm>
          <a:off x="3136034" y="171966"/>
          <a:ext cx="4107663" cy="4107663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44692-66E8-4AAF-A7B0-BE68E06E771A}">
      <dsp:nvSpPr>
        <dsp:cNvPr id="0" name=""/>
        <dsp:cNvSpPr/>
      </dsp:nvSpPr>
      <dsp:spPr>
        <a:xfrm>
          <a:off x="3119004" y="98165"/>
          <a:ext cx="4107663" cy="4107663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852E1-501D-4F4D-B3B7-E7D7A2D64CCE}">
      <dsp:nvSpPr>
        <dsp:cNvPr id="0" name=""/>
        <dsp:cNvSpPr/>
      </dsp:nvSpPr>
      <dsp:spPr>
        <a:xfrm>
          <a:off x="3166294" y="39162"/>
          <a:ext cx="4107663" cy="4107663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D9EFA8-8466-4AB8-BEF7-C5F49F946AEA}">
      <dsp:nvSpPr>
        <dsp:cNvPr id="0" name=""/>
        <dsp:cNvSpPr/>
      </dsp:nvSpPr>
      <dsp:spPr>
        <a:xfrm>
          <a:off x="0" y="0"/>
          <a:ext cx="4107331" cy="6785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Smart diagnostics</a:t>
          </a:r>
          <a:endParaRPr lang="en-US" sz="1700" kern="1200"/>
        </a:p>
      </dsp:txBody>
      <dsp:txXfrm>
        <a:off x="19875" y="19875"/>
        <a:ext cx="3295707" cy="638820"/>
      </dsp:txXfrm>
    </dsp:sp>
    <dsp:sp modelId="{99F364CA-ABD3-4672-A607-FDB673856798}">
      <dsp:nvSpPr>
        <dsp:cNvPr id="0" name=""/>
        <dsp:cNvSpPr/>
      </dsp:nvSpPr>
      <dsp:spPr>
        <a:xfrm>
          <a:off x="306716" y="772816"/>
          <a:ext cx="4107331" cy="6785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Tracks user behaviour</a:t>
          </a:r>
          <a:endParaRPr lang="en-US" sz="1700" kern="1200"/>
        </a:p>
      </dsp:txBody>
      <dsp:txXfrm>
        <a:off x="326591" y="792691"/>
        <a:ext cx="3319794" cy="638820"/>
      </dsp:txXfrm>
    </dsp:sp>
    <dsp:sp modelId="{0A682BCD-AFB6-4576-92E0-79F6D0393C5F}">
      <dsp:nvSpPr>
        <dsp:cNvPr id="0" name=""/>
        <dsp:cNvSpPr/>
      </dsp:nvSpPr>
      <dsp:spPr>
        <a:xfrm>
          <a:off x="613432" y="1545632"/>
          <a:ext cx="4107331" cy="6785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Offers correct options automatically</a:t>
          </a:r>
          <a:endParaRPr lang="en-US" sz="1700" kern="1200"/>
        </a:p>
      </dsp:txBody>
      <dsp:txXfrm>
        <a:off x="633307" y="1565507"/>
        <a:ext cx="3319794" cy="638820"/>
      </dsp:txXfrm>
    </dsp:sp>
    <dsp:sp modelId="{81EF4838-EC31-4BC0-8FAC-4662007E087E}">
      <dsp:nvSpPr>
        <dsp:cNvPr id="0" name=""/>
        <dsp:cNvSpPr/>
      </dsp:nvSpPr>
      <dsp:spPr>
        <a:xfrm>
          <a:off x="920148" y="2318448"/>
          <a:ext cx="4107331" cy="6785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Reduces confusion</a:t>
          </a:r>
          <a:endParaRPr lang="en-US" sz="1700" kern="1200"/>
        </a:p>
      </dsp:txBody>
      <dsp:txXfrm>
        <a:off x="940023" y="2338323"/>
        <a:ext cx="3319794" cy="638820"/>
      </dsp:txXfrm>
    </dsp:sp>
    <dsp:sp modelId="{E684079E-DAFC-4B86-A4ED-F15FF67D9CB8}">
      <dsp:nvSpPr>
        <dsp:cNvPr id="0" name=""/>
        <dsp:cNvSpPr/>
      </dsp:nvSpPr>
      <dsp:spPr>
        <a:xfrm>
          <a:off x="1226865" y="3091264"/>
          <a:ext cx="4107331" cy="6785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Adapts to user patterns over time</a:t>
          </a:r>
          <a:endParaRPr lang="en-US" sz="1700" kern="1200"/>
        </a:p>
      </dsp:txBody>
      <dsp:txXfrm>
        <a:off x="1246740" y="3111139"/>
        <a:ext cx="3319794" cy="638820"/>
      </dsp:txXfrm>
    </dsp:sp>
    <dsp:sp modelId="{874DDB7A-FD83-43C9-968F-8348BBCA6509}">
      <dsp:nvSpPr>
        <dsp:cNvPr id="0" name=""/>
        <dsp:cNvSpPr/>
      </dsp:nvSpPr>
      <dsp:spPr>
        <a:xfrm>
          <a:off x="3666260" y="495733"/>
          <a:ext cx="441070" cy="441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765501" y="495733"/>
        <a:ext cx="242588" cy="331905"/>
      </dsp:txXfrm>
    </dsp:sp>
    <dsp:sp modelId="{C3A9AD4A-4A63-4826-93F7-592791DE846D}">
      <dsp:nvSpPr>
        <dsp:cNvPr id="0" name=""/>
        <dsp:cNvSpPr/>
      </dsp:nvSpPr>
      <dsp:spPr>
        <a:xfrm>
          <a:off x="3972977" y="1268549"/>
          <a:ext cx="441070" cy="441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072218" y="1268549"/>
        <a:ext cx="242588" cy="331905"/>
      </dsp:txXfrm>
    </dsp:sp>
    <dsp:sp modelId="{FC8814A9-5087-4FC1-98AD-8936EF459C53}">
      <dsp:nvSpPr>
        <dsp:cNvPr id="0" name=""/>
        <dsp:cNvSpPr/>
      </dsp:nvSpPr>
      <dsp:spPr>
        <a:xfrm>
          <a:off x="4279693" y="2030056"/>
          <a:ext cx="441070" cy="441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378934" y="2030056"/>
        <a:ext cx="242588" cy="331905"/>
      </dsp:txXfrm>
    </dsp:sp>
    <dsp:sp modelId="{A8A03A5F-15D4-4DC3-9672-9F95E829AF08}">
      <dsp:nvSpPr>
        <dsp:cNvPr id="0" name=""/>
        <dsp:cNvSpPr/>
      </dsp:nvSpPr>
      <dsp:spPr>
        <a:xfrm>
          <a:off x="4586409" y="2810411"/>
          <a:ext cx="441070" cy="441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685650" y="2810411"/>
        <a:ext cx="242588" cy="3319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EC806-D479-46EE-9FE0-182098004600}">
      <dsp:nvSpPr>
        <dsp:cNvPr id="0" name=""/>
        <dsp:cNvSpPr/>
      </dsp:nvSpPr>
      <dsp:spPr>
        <a:xfrm>
          <a:off x="1778971" y="657533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480" y="701213"/>
        <a:ext cx="20400" cy="4080"/>
      </dsp:txXfrm>
    </dsp:sp>
    <dsp:sp modelId="{3E04B3AD-BF2E-4DB5-AB6C-9A59D8149503}">
      <dsp:nvSpPr>
        <dsp:cNvPr id="0" name=""/>
        <dsp:cNvSpPr/>
      </dsp:nvSpPr>
      <dsp:spPr>
        <a:xfrm>
          <a:off x="6777" y="171055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Instant assistive tool windows</a:t>
          </a:r>
          <a:endParaRPr lang="en-US" sz="1500" kern="1200"/>
        </a:p>
      </dsp:txBody>
      <dsp:txXfrm>
        <a:off x="6777" y="171055"/>
        <a:ext cx="1773994" cy="1064396"/>
      </dsp:txXfrm>
    </dsp:sp>
    <dsp:sp modelId="{68BC31D4-0CA7-46F1-80BC-03FAA2219956}">
      <dsp:nvSpPr>
        <dsp:cNvPr id="0" name=""/>
        <dsp:cNvSpPr/>
      </dsp:nvSpPr>
      <dsp:spPr>
        <a:xfrm>
          <a:off x="3960984" y="657533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39493" y="701213"/>
        <a:ext cx="20400" cy="4080"/>
      </dsp:txXfrm>
    </dsp:sp>
    <dsp:sp modelId="{91017511-E677-4B23-88A6-18F8D018BB49}">
      <dsp:nvSpPr>
        <dsp:cNvPr id="0" name=""/>
        <dsp:cNvSpPr/>
      </dsp:nvSpPr>
      <dsp:spPr>
        <a:xfrm>
          <a:off x="2188790" y="171055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Linux‑style tiling manager</a:t>
          </a:r>
        </a:p>
      </dsp:txBody>
      <dsp:txXfrm>
        <a:off x="2188790" y="171055"/>
        <a:ext cx="1773994" cy="1064396"/>
      </dsp:txXfrm>
    </dsp:sp>
    <dsp:sp modelId="{8064F5EC-1D70-4698-B118-47705E5B1D25}">
      <dsp:nvSpPr>
        <dsp:cNvPr id="0" name=""/>
        <dsp:cNvSpPr/>
      </dsp:nvSpPr>
      <dsp:spPr>
        <a:xfrm>
          <a:off x="6142997" y="657533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21505" y="701213"/>
        <a:ext cx="20400" cy="4080"/>
      </dsp:txXfrm>
    </dsp:sp>
    <dsp:sp modelId="{27185A90-ACB4-4D3B-A0BD-E10F1063D19E}">
      <dsp:nvSpPr>
        <dsp:cNvPr id="0" name=""/>
        <dsp:cNvSpPr/>
      </dsp:nvSpPr>
      <dsp:spPr>
        <a:xfrm>
          <a:off x="4370802" y="171055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Automatic workflow organisation</a:t>
          </a:r>
        </a:p>
      </dsp:txBody>
      <dsp:txXfrm>
        <a:off x="4370802" y="171055"/>
        <a:ext cx="1773994" cy="1064396"/>
      </dsp:txXfrm>
    </dsp:sp>
    <dsp:sp modelId="{73D1DA20-D7D5-4373-A656-3325BE3A6828}">
      <dsp:nvSpPr>
        <dsp:cNvPr id="0" name=""/>
        <dsp:cNvSpPr/>
      </dsp:nvSpPr>
      <dsp:spPr>
        <a:xfrm>
          <a:off x="8325009" y="657533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03518" y="701213"/>
        <a:ext cx="20400" cy="4080"/>
      </dsp:txXfrm>
    </dsp:sp>
    <dsp:sp modelId="{6F7DB0C8-7394-4408-A7C4-BBB2938E0A04}">
      <dsp:nvSpPr>
        <dsp:cNvPr id="0" name=""/>
        <dsp:cNvSpPr/>
      </dsp:nvSpPr>
      <dsp:spPr>
        <a:xfrm>
          <a:off x="6552815" y="171055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Adapts to user activity</a:t>
          </a:r>
        </a:p>
      </dsp:txBody>
      <dsp:txXfrm>
        <a:off x="6552815" y="171055"/>
        <a:ext cx="1773994" cy="1064396"/>
      </dsp:txXfrm>
    </dsp:sp>
    <dsp:sp modelId="{9382F164-FBA0-45FD-B6B7-E4538720CC15}">
      <dsp:nvSpPr>
        <dsp:cNvPr id="0" name=""/>
        <dsp:cNvSpPr/>
      </dsp:nvSpPr>
      <dsp:spPr>
        <a:xfrm>
          <a:off x="893774" y="1233652"/>
          <a:ext cx="8728050" cy="377418"/>
        </a:xfrm>
        <a:custGeom>
          <a:avLst/>
          <a:gdLst/>
          <a:ahLst/>
          <a:cxnLst/>
          <a:rect l="0" t="0" r="0" b="0"/>
          <a:pathLst>
            <a:path>
              <a:moveTo>
                <a:pt x="8728050" y="0"/>
              </a:moveTo>
              <a:lnTo>
                <a:pt x="8728050" y="205809"/>
              </a:lnTo>
              <a:lnTo>
                <a:pt x="0" y="205809"/>
              </a:lnTo>
              <a:lnTo>
                <a:pt x="0" y="37741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9360" y="1420321"/>
        <a:ext cx="436879" cy="4080"/>
      </dsp:txXfrm>
    </dsp:sp>
    <dsp:sp modelId="{BDCFEEB2-9844-4F9F-8B85-AD736EBED7FD}">
      <dsp:nvSpPr>
        <dsp:cNvPr id="0" name=""/>
        <dsp:cNvSpPr/>
      </dsp:nvSpPr>
      <dsp:spPr>
        <a:xfrm>
          <a:off x="8734828" y="171055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Manipulation through customisable combinations</a:t>
          </a:r>
        </a:p>
      </dsp:txBody>
      <dsp:txXfrm>
        <a:off x="8734828" y="171055"/>
        <a:ext cx="1773994" cy="1064396"/>
      </dsp:txXfrm>
    </dsp:sp>
    <dsp:sp modelId="{D933BCDE-C858-4D5C-AEC3-85D6341FBBA0}">
      <dsp:nvSpPr>
        <dsp:cNvPr id="0" name=""/>
        <dsp:cNvSpPr/>
      </dsp:nvSpPr>
      <dsp:spPr>
        <a:xfrm>
          <a:off x="1778971" y="2129948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480" y="2173628"/>
        <a:ext cx="20400" cy="4080"/>
      </dsp:txXfrm>
    </dsp:sp>
    <dsp:sp modelId="{40B658A8-A902-451A-9422-D68348A332C7}">
      <dsp:nvSpPr>
        <dsp:cNvPr id="0" name=""/>
        <dsp:cNvSpPr/>
      </dsp:nvSpPr>
      <dsp:spPr>
        <a:xfrm>
          <a:off x="6777" y="1643470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For professionals</a:t>
          </a:r>
          <a:endParaRPr lang="en-US" sz="1500" kern="1200"/>
        </a:p>
      </dsp:txBody>
      <dsp:txXfrm>
        <a:off x="6777" y="1643470"/>
        <a:ext cx="1773994" cy="1064396"/>
      </dsp:txXfrm>
    </dsp:sp>
    <dsp:sp modelId="{829989C9-D68C-46F2-80C1-6F3F7DDAB557}">
      <dsp:nvSpPr>
        <dsp:cNvPr id="0" name=""/>
        <dsp:cNvSpPr/>
      </dsp:nvSpPr>
      <dsp:spPr>
        <a:xfrm>
          <a:off x="3960984" y="2129948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39493" y="2173628"/>
        <a:ext cx="20400" cy="4080"/>
      </dsp:txXfrm>
    </dsp:sp>
    <dsp:sp modelId="{14B5686C-21C9-47DC-9E09-864F7CE0CD2B}">
      <dsp:nvSpPr>
        <dsp:cNvPr id="0" name=""/>
        <dsp:cNvSpPr/>
      </dsp:nvSpPr>
      <dsp:spPr>
        <a:xfrm>
          <a:off x="2188790" y="1643470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Developers</a:t>
          </a:r>
        </a:p>
      </dsp:txBody>
      <dsp:txXfrm>
        <a:off x="2188790" y="1643470"/>
        <a:ext cx="1773994" cy="1064396"/>
      </dsp:txXfrm>
    </dsp:sp>
    <dsp:sp modelId="{C42B3C4F-097A-41B1-9A11-7EBD683D9130}">
      <dsp:nvSpPr>
        <dsp:cNvPr id="0" name=""/>
        <dsp:cNvSpPr/>
      </dsp:nvSpPr>
      <dsp:spPr>
        <a:xfrm>
          <a:off x="6142997" y="2129948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21505" y="2173628"/>
        <a:ext cx="20400" cy="4080"/>
      </dsp:txXfrm>
    </dsp:sp>
    <dsp:sp modelId="{990C4439-502A-48E2-BEE9-E63425656B0A}">
      <dsp:nvSpPr>
        <dsp:cNvPr id="0" name=""/>
        <dsp:cNvSpPr/>
      </dsp:nvSpPr>
      <dsp:spPr>
        <a:xfrm>
          <a:off x="4370802" y="1643470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managers</a:t>
          </a:r>
        </a:p>
      </dsp:txBody>
      <dsp:txXfrm>
        <a:off x="4370802" y="1643470"/>
        <a:ext cx="1773994" cy="1064396"/>
      </dsp:txXfrm>
    </dsp:sp>
    <dsp:sp modelId="{FED82349-4240-41A1-BD02-9C4492E76CA5}">
      <dsp:nvSpPr>
        <dsp:cNvPr id="0" name=""/>
        <dsp:cNvSpPr/>
      </dsp:nvSpPr>
      <dsp:spPr>
        <a:xfrm>
          <a:off x="8325009" y="2129948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03518" y="2173628"/>
        <a:ext cx="20400" cy="4080"/>
      </dsp:txXfrm>
    </dsp:sp>
    <dsp:sp modelId="{B7B17B54-36CE-4D1A-B489-189CC581AC33}">
      <dsp:nvSpPr>
        <dsp:cNvPr id="0" name=""/>
        <dsp:cNvSpPr/>
      </dsp:nvSpPr>
      <dsp:spPr>
        <a:xfrm>
          <a:off x="6552815" y="1643470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General productivity users</a:t>
          </a:r>
        </a:p>
      </dsp:txBody>
      <dsp:txXfrm>
        <a:off x="6552815" y="1643470"/>
        <a:ext cx="1773994" cy="1064396"/>
      </dsp:txXfrm>
    </dsp:sp>
    <dsp:sp modelId="{DAEAC938-E9CD-4AF7-9AD7-25437AFD019B}">
      <dsp:nvSpPr>
        <dsp:cNvPr id="0" name=""/>
        <dsp:cNvSpPr/>
      </dsp:nvSpPr>
      <dsp:spPr>
        <a:xfrm>
          <a:off x="893774" y="2706067"/>
          <a:ext cx="8728050" cy="377418"/>
        </a:xfrm>
        <a:custGeom>
          <a:avLst/>
          <a:gdLst/>
          <a:ahLst/>
          <a:cxnLst/>
          <a:rect l="0" t="0" r="0" b="0"/>
          <a:pathLst>
            <a:path>
              <a:moveTo>
                <a:pt x="8728050" y="0"/>
              </a:moveTo>
              <a:lnTo>
                <a:pt x="8728050" y="205809"/>
              </a:lnTo>
              <a:lnTo>
                <a:pt x="0" y="205809"/>
              </a:lnTo>
              <a:lnTo>
                <a:pt x="0" y="37741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9360" y="2892736"/>
        <a:ext cx="436879" cy="4080"/>
      </dsp:txXfrm>
    </dsp:sp>
    <dsp:sp modelId="{9E05C67E-D561-4BC6-ACC5-F545FC297BCD}">
      <dsp:nvSpPr>
        <dsp:cNvPr id="0" name=""/>
        <dsp:cNvSpPr/>
      </dsp:nvSpPr>
      <dsp:spPr>
        <a:xfrm>
          <a:off x="8734828" y="1643470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System‑level enhancements</a:t>
          </a:r>
          <a:endParaRPr lang="en-US" sz="1500" kern="1200"/>
        </a:p>
      </dsp:txBody>
      <dsp:txXfrm>
        <a:off x="8734828" y="1643470"/>
        <a:ext cx="1773994" cy="1064396"/>
      </dsp:txXfrm>
    </dsp:sp>
    <dsp:sp modelId="{D0945390-426E-496F-A360-60B289A37C7F}">
      <dsp:nvSpPr>
        <dsp:cNvPr id="0" name=""/>
        <dsp:cNvSpPr/>
      </dsp:nvSpPr>
      <dsp:spPr>
        <a:xfrm>
          <a:off x="1778971" y="3602364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480" y="3646043"/>
        <a:ext cx="20400" cy="4080"/>
      </dsp:txXfrm>
    </dsp:sp>
    <dsp:sp modelId="{ECD315ED-24F9-4024-BA37-06F06C6CEE69}">
      <dsp:nvSpPr>
        <dsp:cNvPr id="0" name=""/>
        <dsp:cNvSpPr/>
      </dsp:nvSpPr>
      <dsp:spPr>
        <a:xfrm>
          <a:off x="6777" y="3115885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Recover lost functionality</a:t>
          </a:r>
        </a:p>
      </dsp:txBody>
      <dsp:txXfrm>
        <a:off x="6777" y="3115885"/>
        <a:ext cx="1773994" cy="1064396"/>
      </dsp:txXfrm>
    </dsp:sp>
    <dsp:sp modelId="{A372AF2F-B5A1-4019-A5FD-D06E776C7BF3}">
      <dsp:nvSpPr>
        <dsp:cNvPr id="0" name=""/>
        <dsp:cNvSpPr/>
      </dsp:nvSpPr>
      <dsp:spPr>
        <a:xfrm>
          <a:off x="3960984" y="3602364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39493" y="3646043"/>
        <a:ext cx="20400" cy="4080"/>
      </dsp:txXfrm>
    </dsp:sp>
    <dsp:sp modelId="{9A09E572-DE4C-4E51-A710-F41364940176}">
      <dsp:nvSpPr>
        <dsp:cNvPr id="0" name=""/>
        <dsp:cNvSpPr/>
      </dsp:nvSpPr>
      <dsp:spPr>
        <a:xfrm>
          <a:off x="2188790" y="3115885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Direct low‑level system messages for accessibility</a:t>
          </a:r>
        </a:p>
      </dsp:txBody>
      <dsp:txXfrm>
        <a:off x="2188790" y="3115885"/>
        <a:ext cx="1773994" cy="1064396"/>
      </dsp:txXfrm>
    </dsp:sp>
    <dsp:sp modelId="{DDD09BDC-287A-4FC9-9BFC-A84AA691E311}">
      <dsp:nvSpPr>
        <dsp:cNvPr id="0" name=""/>
        <dsp:cNvSpPr/>
      </dsp:nvSpPr>
      <dsp:spPr>
        <a:xfrm>
          <a:off x="6142997" y="3602364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21505" y="3646043"/>
        <a:ext cx="20400" cy="4080"/>
      </dsp:txXfrm>
    </dsp:sp>
    <dsp:sp modelId="{BEDE0F16-A526-4589-AAEB-E43731C43DE5}">
      <dsp:nvSpPr>
        <dsp:cNvPr id="0" name=""/>
        <dsp:cNvSpPr/>
      </dsp:nvSpPr>
      <dsp:spPr>
        <a:xfrm>
          <a:off x="4370802" y="3115885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Cross‑device persistence via postgresql + cloud profiles</a:t>
          </a:r>
        </a:p>
      </dsp:txBody>
      <dsp:txXfrm>
        <a:off x="4370802" y="3115885"/>
        <a:ext cx="1773994" cy="1064396"/>
      </dsp:txXfrm>
    </dsp:sp>
    <dsp:sp modelId="{A79B0E95-29FA-47B4-A394-504E6260ADD5}">
      <dsp:nvSpPr>
        <dsp:cNvPr id="0" name=""/>
        <dsp:cNvSpPr/>
      </dsp:nvSpPr>
      <dsp:spPr>
        <a:xfrm>
          <a:off x="8325009" y="3602364"/>
          <a:ext cx="3774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41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03518" y="3646043"/>
        <a:ext cx="20400" cy="4080"/>
      </dsp:txXfrm>
    </dsp:sp>
    <dsp:sp modelId="{9B014A9A-8369-4BBE-9614-227F2BE28480}">
      <dsp:nvSpPr>
        <dsp:cNvPr id="0" name=""/>
        <dsp:cNvSpPr/>
      </dsp:nvSpPr>
      <dsp:spPr>
        <a:xfrm>
          <a:off x="6552815" y="3115885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Swap functionality between devices</a:t>
          </a:r>
        </a:p>
      </dsp:txBody>
      <dsp:txXfrm>
        <a:off x="6552815" y="3115885"/>
        <a:ext cx="1773994" cy="1064396"/>
      </dsp:txXfrm>
    </dsp:sp>
    <dsp:sp modelId="{98109B2D-B905-40FF-A9A0-06040D739126}">
      <dsp:nvSpPr>
        <dsp:cNvPr id="0" name=""/>
        <dsp:cNvSpPr/>
      </dsp:nvSpPr>
      <dsp:spPr>
        <a:xfrm>
          <a:off x="8734828" y="3115885"/>
          <a:ext cx="1773994" cy="1064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927" tIns="91245" rIns="86927" bIns="9124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one device as another</a:t>
          </a:r>
        </a:p>
      </dsp:txBody>
      <dsp:txXfrm>
        <a:off x="8734828" y="3115885"/>
        <a:ext cx="1773994" cy="10643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90C22-2FF3-4F7B-8D66-A9A8BAEB6093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Core technologies</a:t>
          </a:r>
          <a:endParaRPr lang="en-US" sz="2400" kern="1200"/>
        </a:p>
      </dsp:txBody>
      <dsp:txXfrm>
        <a:off x="582645" y="1178"/>
        <a:ext cx="2174490" cy="1304694"/>
      </dsp:txXfrm>
    </dsp:sp>
    <dsp:sp modelId="{AADD4731-D7BE-4E10-A3E6-C55CAA22BECE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C# ( Main Logic ) </a:t>
          </a:r>
        </a:p>
      </dsp:txBody>
      <dsp:txXfrm>
        <a:off x="2974584" y="1178"/>
        <a:ext cx="2174490" cy="1304694"/>
      </dsp:txXfrm>
    </dsp:sp>
    <dsp:sp modelId="{B96C53E9-DE55-4078-A7F5-4C1367BCDAE8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C++ ( Interop Hooks ) </a:t>
          </a:r>
        </a:p>
      </dsp:txBody>
      <dsp:txXfrm>
        <a:off x="5366524" y="1178"/>
        <a:ext cx="2174490" cy="1304694"/>
      </dsp:txXfrm>
    </dsp:sp>
    <dsp:sp modelId="{BCD95F0A-512D-450C-8DDC-E334595F31CF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Python ( Cross Platform Scripts ) </a:t>
          </a:r>
        </a:p>
      </dsp:txBody>
      <dsp:txXfrm>
        <a:off x="7758464" y="1178"/>
        <a:ext cx="2174490" cy="1304694"/>
      </dsp:txXfrm>
    </dsp:sp>
    <dsp:sp modelId="{2E077EC0-4AE4-4EAF-9886-CF90E90E4633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Machine learning ( Hand Gestures ) </a:t>
          </a:r>
        </a:p>
      </dsp:txBody>
      <dsp:txXfrm>
        <a:off x="582645" y="1523321"/>
        <a:ext cx="2174490" cy="1304694"/>
      </dsp:txXfrm>
    </dsp:sp>
    <dsp:sp modelId="{D12471F8-1EC0-49AC-8AA6-5DCB1D0CD94F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Winui3 / wpf ( Framework ) </a:t>
          </a:r>
        </a:p>
      </dsp:txBody>
      <dsp:txXfrm>
        <a:off x="2974584" y="1523321"/>
        <a:ext cx="2174490" cy="1304694"/>
      </dsp:txXfrm>
    </dsp:sp>
    <dsp:sp modelId="{6D078CA6-2DD7-458E-A096-461B568732DA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Postgresql ( Database ) </a:t>
          </a:r>
        </a:p>
      </dsp:txBody>
      <dsp:txXfrm>
        <a:off x="5366524" y="1523321"/>
        <a:ext cx="2174490" cy="1304694"/>
      </dsp:txXfrm>
    </dsp:sp>
    <dsp:sp modelId="{708CC222-E709-4E80-A172-402957A6316C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Azure / Git ( CI / CD ) </a:t>
          </a:r>
        </a:p>
      </dsp:txBody>
      <dsp:txXfrm>
        <a:off x="7758464" y="1523321"/>
        <a:ext cx="2174490" cy="1304694"/>
      </dsp:txXfrm>
    </dsp:sp>
    <dsp:sp modelId="{6CDDBB3F-46FF-483F-B72F-C53B7CB766C6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Selenium ( Testing ) </a:t>
          </a:r>
        </a:p>
      </dsp:txBody>
      <dsp:txXfrm>
        <a:off x="4170554" y="3045465"/>
        <a:ext cx="2174490" cy="1304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70EF-2C8E-1C1D-8266-BB2B16609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683DF-759A-4E28-EEE3-AB5527895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B0CEC-98B3-E016-01B2-93EE708C4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E3D41-CB5A-9978-0795-1420F5A0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5983A-C778-EF2C-3C02-4EE34164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0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38AF-02B6-30EF-7395-DA3041056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431FE-00E0-D7B2-3FD9-B505B190C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AD655-B0FF-0C3B-1C55-9DB7B8D89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DD4B6-E115-E7EA-F324-790F4F60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38672-2BB7-6834-E0A8-447FBB30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7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1CF2-4B7A-924D-5EBD-42F1AB763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9CF01-4427-46F3-F064-3A177B3B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A62FF-C091-AE41-CD28-AC89E162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3ABD-0533-202D-475E-412F50F21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D8AED-DF7C-DBC7-A883-A0F420B5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97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0516-FD8B-A2A5-F2B5-35F74D0D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D18B1-490D-8595-9749-606AB4700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9A81B-55F1-A262-36AA-08514FD04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6629E-4E83-81E3-5CCD-06255770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818B8-3A28-B1C5-B3E3-24CF215F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77525-BCFC-1BF7-83EF-A02B40FD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46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E790-CA6B-CF1A-6C69-907C157F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5C7CF-2154-7930-6654-7799E8E14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932C5-F901-9BA4-E901-C51B19880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0F6571-F98D-C5DB-3E2B-872634EB4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413B3-2E31-9130-0756-4EDCFDE8E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7D94A0-199A-10F7-B017-0BA074264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7D24E2-C2FC-C17E-5AB9-D18E3690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BE79D-0615-877C-441E-84BE7EDEF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9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5B05F-54FF-19E3-221E-7FE65CBB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8B2D3-C653-FCA1-28F7-F2825570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1DF06-2E60-6A0E-F706-7E9E903DE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BF484-DE28-49C9-8BBC-6203159E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4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532D7E-1875-815D-86A9-687FF5FD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7E08C-F47E-92CD-2B95-E7773B7D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28F56-E351-AEB8-C991-EFBA8A39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75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E505-7181-F1F8-2BA4-2D66FC72E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7F200-5B9C-1F32-1258-881C100C3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7A453-556A-E66A-451E-49375B3DB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48141-B5B9-5D4B-FDBB-4658CE4A1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3FA3E-2D89-FA78-87AA-4E035791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8C69C-3428-E9B1-E123-117965A9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039D-7759-0E77-4FCC-EF014F67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6F77-062D-FBE0-05B2-667D82B89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06516-2F72-ADCD-8027-F6614513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4962C-57AA-48A3-4DE2-6F9666A9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81BCF-15F8-A56C-B057-0F00E9D61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E5FB2-A201-77AF-7119-AF661F1A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0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3D1A4-3050-E88C-8CA7-F14BC15E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901E4-F712-12ED-439A-4CAB56450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AF21E-F6EC-66E3-0D44-CC821010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1585D-261F-1D43-3153-E5345CF6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87B04-AD37-9233-61FF-18DD89C2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93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5900C-5C3F-DA32-0157-330E32695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CE1D5-35F3-094B-472C-F493B33FE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4FED2-C048-D04C-E444-4AEDEFD7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7B5AA-B230-886D-F11A-25D8861D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3200D-9797-EEF0-0AB0-F0576F38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1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665CEB-44F5-97DE-602F-82176580A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4BF93-6285-87F0-96C6-43601D697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2CFF4-27CB-A21D-8FDA-4E5795A00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6FC9E-4BE0-4F73-8E12-5256D0BCC4D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31A9C-B534-C5CE-3E0F-9835847CB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487FA-6607-E650-DCB6-EBFD21605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80BA2-87B2-424E-817F-D3298DD3A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94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1" name="Picture 370" descr="A ladder in the desert">
            <a:extLst>
              <a:ext uri="{FF2B5EF4-FFF2-40B4-BE49-F238E27FC236}">
                <a16:creationId xmlns:a16="http://schemas.microsoft.com/office/drawing/2014/main" id="{B767C04A-D26F-AD75-A653-DB8B102EFB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52" r="17289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372" name="Rectangle 37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983DE-8AE4-D4DD-605B-B6CAF1871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/>
              <a:t>Ease Of Access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48783-8E88-91FD-536A-9D2806A9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i="1" dirty="0">
                <a:effectLst/>
              </a:rPr>
              <a:t>An ai‑driven accessibility &amp; interaction system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T</a:t>
            </a:r>
            <a:r>
              <a:rPr lang="en-US" sz="2000" b="1" dirty="0">
                <a:effectLst/>
              </a:rPr>
              <a:t>echnological </a:t>
            </a:r>
            <a:r>
              <a:rPr lang="en-US" sz="2000" b="1" dirty="0"/>
              <a:t>U</a:t>
            </a:r>
            <a:r>
              <a:rPr lang="en-US" sz="2000" b="1" dirty="0">
                <a:effectLst/>
              </a:rPr>
              <a:t>niversity </a:t>
            </a:r>
            <a:r>
              <a:rPr lang="en-US" sz="2000" b="1" dirty="0"/>
              <a:t>D</a:t>
            </a:r>
            <a:r>
              <a:rPr lang="en-US" sz="2000" b="1" dirty="0">
                <a:effectLst/>
              </a:rPr>
              <a:t>ublin</a:t>
            </a:r>
            <a:r>
              <a:rPr lang="en-US" sz="2000" dirty="0">
                <a:effectLst/>
              </a:rPr>
              <a:t> school of enterprise and digital transformation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</a:t>
            </a:r>
            <a:r>
              <a:rPr lang="en-US" sz="2000" dirty="0">
                <a:effectLst/>
              </a:rPr>
              <a:t>eveloper: Mark </a:t>
            </a:r>
            <a:r>
              <a:rPr lang="en-US" sz="2000" dirty="0"/>
              <a:t>M</a:t>
            </a:r>
            <a:r>
              <a:rPr lang="en-US" sz="2000" dirty="0">
                <a:effectLst/>
              </a:rPr>
              <a:t>cCann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S</a:t>
            </a:r>
            <a:r>
              <a:rPr lang="en-US" sz="2000" dirty="0">
                <a:effectLst/>
              </a:rPr>
              <a:t>upervisor: </a:t>
            </a:r>
            <a:r>
              <a:rPr lang="en-US" sz="2000" dirty="0"/>
              <a:t>A</a:t>
            </a:r>
            <a:r>
              <a:rPr lang="en-US" sz="2000" dirty="0">
                <a:effectLst/>
              </a:rPr>
              <a:t>manda </a:t>
            </a:r>
            <a:r>
              <a:rPr lang="en-US" sz="2000" dirty="0"/>
              <a:t>O</a:t>
            </a:r>
            <a:r>
              <a:rPr lang="en-US" sz="2000" dirty="0">
                <a:effectLst/>
              </a:rPr>
              <a:t> </a:t>
            </a:r>
            <a:r>
              <a:rPr lang="en-US" sz="2000" dirty="0"/>
              <a:t>F</a:t>
            </a:r>
            <a:r>
              <a:rPr lang="en-US" sz="2000" dirty="0">
                <a:effectLst/>
              </a:rPr>
              <a:t>arrell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</a:t>
            </a:r>
            <a:r>
              <a:rPr lang="en-US" sz="2000" dirty="0">
                <a:effectLst/>
              </a:rPr>
              <a:t>esigned for people of impairment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8791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5D0A9-1E77-4028-FD4B-FCD429B4D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Introduction 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6BAB94-CC6D-4B67-F328-186BD13356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90" r="37987" b="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ECFE5C-8973-8AFE-EB4B-05722AA8FA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7435351"/>
              </p:ext>
            </p:extLst>
          </p:nvPr>
        </p:nvGraphicFramePr>
        <p:xfrm>
          <a:off x="572493" y="2071316"/>
          <a:ext cx="6713552" cy="4119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89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7BACB-068F-3044-CEC6-F78DE5C2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</a:rPr>
              <a:t>Gesture‑based navigation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C93B3B-71DD-9E70-648C-1A5D113BF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62141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243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0997-2773-5FB2-2899-55A8E67A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Hotkey brain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514848-3779-62F1-3EDF-A4DA430CC2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34062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4808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BC540-291B-4269-00CD-1426016C6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Think for the user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BA4412E6-9966-BB98-D763-87D383681CE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1800" y="2470244"/>
          <a:ext cx="5334197" cy="376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59945B0D-B6D9-2EDD-5579-E7DE92904C3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840" r="15916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8659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0A0F-D760-2171-C1BC-4ED5A06C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Workflow tools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45AEC4-DE31-995F-3887-C20AC38205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7197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E26F2D-B0CF-4C02-7DD5-DF993CF2D7F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7865" b="78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4328A8-5CD7-0B72-15D3-58608A34D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Major technologies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E50FB8-90B0-4182-EE32-CBA553521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6303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4118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AA293-2E51-C536-A0A3-0ACE55034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systems thinking</a:t>
            </a:r>
          </a:p>
        </p:txBody>
      </p:sp>
      <p:pic>
        <p:nvPicPr>
          <p:cNvPr id="16" name="Picture 15" descr="A 3D pattern of ring shapes connected by lines">
            <a:extLst>
              <a:ext uri="{FF2B5EF4-FFF2-40B4-BE49-F238E27FC236}">
                <a16:creationId xmlns:a16="http://schemas.microsoft.com/office/drawing/2014/main" id="{66044141-F362-B78C-904E-EB75B705CF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13" r="45236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11314-D140-F2A7-5D7C-FAE00ADA0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GB" sz="2000" b="1" dirty="0"/>
              <a:t>E</a:t>
            </a:r>
            <a:r>
              <a:rPr lang="en-GB" sz="2000" b="1" dirty="0">
                <a:effectLst/>
              </a:rPr>
              <a:t>ncapsulated</a:t>
            </a:r>
            <a:endParaRPr lang="en-GB" sz="2000" dirty="0"/>
          </a:p>
          <a:p>
            <a:r>
              <a:rPr lang="en-GB" sz="2000" dirty="0"/>
              <a:t>A</a:t>
            </a:r>
            <a:r>
              <a:rPr lang="en-GB" sz="2000" dirty="0">
                <a:effectLst/>
              </a:rPr>
              <a:t>pplication survives as a background service</a:t>
            </a:r>
            <a:endParaRPr lang="en-GB" sz="2000" dirty="0"/>
          </a:p>
          <a:p>
            <a:r>
              <a:rPr lang="en-GB" sz="2000" dirty="0"/>
              <a:t>F</a:t>
            </a:r>
            <a:r>
              <a:rPr lang="en-GB" sz="2000" dirty="0">
                <a:effectLst/>
              </a:rPr>
              <a:t>eatures usable inside other applications</a:t>
            </a:r>
            <a:endParaRPr lang="en-GB" sz="2000" dirty="0"/>
          </a:p>
          <a:p>
            <a:r>
              <a:rPr lang="en-GB" sz="2000" b="1" dirty="0"/>
              <a:t>E</a:t>
            </a:r>
            <a:r>
              <a:rPr lang="en-GB" sz="2000" b="1" dirty="0">
                <a:effectLst/>
              </a:rPr>
              <a:t>ase of use</a:t>
            </a:r>
            <a:endParaRPr lang="en-GB" sz="2000" dirty="0"/>
          </a:p>
          <a:p>
            <a:r>
              <a:rPr lang="en-GB" sz="2000" dirty="0"/>
              <a:t>N</a:t>
            </a:r>
            <a:r>
              <a:rPr lang="en-GB" sz="2000" dirty="0">
                <a:effectLst/>
              </a:rPr>
              <a:t>ovice to adept users share the same interface</a:t>
            </a:r>
            <a:endParaRPr lang="en-GB" sz="2000" dirty="0"/>
          </a:p>
          <a:p>
            <a:r>
              <a:rPr lang="en-GB" sz="2000" b="1" dirty="0"/>
              <a:t>C</a:t>
            </a:r>
            <a:r>
              <a:rPr lang="en-GB" sz="2000" b="1" dirty="0">
                <a:effectLst/>
              </a:rPr>
              <a:t>omplementing Features</a:t>
            </a:r>
            <a:endParaRPr lang="en-GB" sz="2000" dirty="0"/>
          </a:p>
          <a:p>
            <a:r>
              <a:rPr lang="en-GB" sz="2000" dirty="0"/>
              <a:t>F</a:t>
            </a:r>
            <a:r>
              <a:rPr lang="en-GB" sz="2000" dirty="0">
                <a:effectLst/>
              </a:rPr>
              <a:t>eatures work in tandem</a:t>
            </a:r>
            <a:endParaRPr lang="en-GB" sz="2000" dirty="0"/>
          </a:p>
          <a:p>
            <a:r>
              <a:rPr lang="en-GB" sz="2000" dirty="0"/>
              <a:t>A</a:t>
            </a:r>
            <a:r>
              <a:rPr lang="en-GB" sz="2000" dirty="0">
                <a:effectLst/>
              </a:rPr>
              <a:t>ll components push toward the same goal</a:t>
            </a:r>
            <a:endParaRPr lang="en-GB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114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</TotalTime>
  <Words>367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Ease Of Access </vt:lpstr>
      <vt:lpstr>Introduction </vt:lpstr>
      <vt:lpstr>Gesture‑based navigation</vt:lpstr>
      <vt:lpstr>Hotkey brain</vt:lpstr>
      <vt:lpstr>Think for the user</vt:lpstr>
      <vt:lpstr>Workflow tools</vt:lpstr>
      <vt:lpstr>Major technologies</vt:lpstr>
      <vt:lpstr>systems thinking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X00202859 Mark Mc Cann</dc:creator>
  <cp:lastModifiedBy>X00202859 Mark Mc Cann</cp:lastModifiedBy>
  <cp:revision>4</cp:revision>
  <dcterms:created xsi:type="dcterms:W3CDTF">2026-04-19T21:00:09Z</dcterms:created>
  <dcterms:modified xsi:type="dcterms:W3CDTF">2026-04-21T13:50:17Z</dcterms:modified>
</cp:coreProperties>
</file>